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3" r:id="rId5"/>
    <p:sldId id="264" r:id="rId6"/>
    <p:sldId id="265" r:id="rId7"/>
    <p:sldId id="269" r:id="rId8"/>
    <p:sldId id="271" r:id="rId9"/>
    <p:sldId id="273" r:id="rId10"/>
    <p:sldId id="266" r:id="rId11"/>
    <p:sldId id="267" r:id="rId12"/>
    <p:sldId id="274" r:id="rId13"/>
    <p:sldId id="275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37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BD1EF-95B8-4186-BE67-8D940702B15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746989-7A10-4BAA-B7BA-8EFED2301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457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46989-7A10-4BAA-B7BA-8EFED2301EA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237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8957B-D4D3-EB57-B4B1-7E716ECA3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B7BCA-B5EB-83BD-AFCD-6EE0190C0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89A33-32CA-5A24-C465-8C3FB800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ECEA-292A-4032-A71A-1F89CB5E69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4AF84-2B80-58CD-68BB-ECE0A994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81E82-2AA1-2309-8AB7-29E5F36D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254E-CC83-4FCF-8C49-7AC0C0D84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204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ECF0B-9259-FE29-5B78-DB4A63D8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ACCC3-CEEB-F0D4-A129-273607CF8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28BF5-483C-4F9A-2F0B-0EAC7530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ECEA-292A-4032-A71A-1F89CB5E69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56EBA-9BE3-1B6B-DC38-19366570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7F514-760E-9E0E-8467-A382E018F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254E-CC83-4FCF-8C49-7AC0C0D84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98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9A5C-1D02-5834-D90F-63279468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262B2-2E8B-CF8F-61E5-2E1B7C696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DC55E-2DAD-57D8-CDFC-F2B8E9BC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ECEA-292A-4032-A71A-1F89CB5E69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A0F9E-9434-2656-2811-7731F2CC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D555D-0605-EAE9-2417-77FA94DF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254E-CC83-4FCF-8C49-7AC0C0D84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80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2AF8-7F3B-F8FA-3432-9438C47BE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EAA75-5699-C177-F4CB-72CE1ED8A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030A7-23B7-1507-6B89-FF2210EAE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546B7-987A-9D66-825C-C147A00BC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ECEA-292A-4032-A71A-1F89CB5E69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79FB9-7BB0-6AB0-258C-522EE98E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C6831-A529-ABAB-E4E0-BFF9F2B4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254E-CC83-4FCF-8C49-7AC0C0D84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44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08AD-1B1F-6DE7-922C-AD870BA62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BB3A8-D3DE-511E-D04B-6D8AD874B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F50F0-5393-E4E5-3119-1ACDAD8CF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1AA131-2C56-0A0B-D432-E9B7B0153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2C4320-211D-0F90-24A7-15ACC1781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64F247-E27B-F5AB-2C19-0FF75654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ECEA-292A-4032-A71A-1F89CB5E69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72D7D-40BF-5577-6C5A-D2FCB38A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381E00-87E3-697A-0A28-B52B002F8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254E-CC83-4FCF-8C49-7AC0C0D84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34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49A2-688B-7C71-B186-78D5F3DA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5C0F08-6C6E-E92C-EA67-728CF8808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ECEA-292A-4032-A71A-1F89CB5E69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743AD-4907-7529-4E7F-FAC653E7D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2397D-0B93-807A-2585-04F66F699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254E-CC83-4FCF-8C49-7AC0C0D84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52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90B1B-8331-294D-7817-9D3059656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ECEA-292A-4032-A71A-1F89CB5E69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CF4BF6-642B-0F42-F160-EDD011CB2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74294-392B-654E-1173-9D8AAE468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254E-CC83-4FCF-8C49-7AC0C0D84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44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3005-50DC-491C-D006-5A8710EB7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47B4E-3F8F-8DCF-9FCF-2515E33F3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00CA6-74D7-5426-08DD-D2E0F8875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375E9-D6E3-FEE7-BAB0-EE22CBF8D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ECEA-292A-4032-A71A-1F89CB5E69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9F55D-35B9-F1C5-8C45-E05E1330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65F98-6F3B-3016-B5E7-86693A01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254E-CC83-4FCF-8C49-7AC0C0D84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8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A842D-5955-9FEE-B779-AD52880F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388035-CC95-10C3-8247-DB620A272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63D34-A93F-F93E-D990-A241D45B5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C438-9E40-53EC-FB2B-5112E2E8E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ECEA-292A-4032-A71A-1F89CB5E69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10670-635F-0F78-1894-67C5A5E2C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29E74-9FF4-F748-C77E-14659555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254E-CC83-4FCF-8C49-7AC0C0D84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00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129D8-7E0C-1A9F-CC5D-DFD42F8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B9BA7-FAFA-73D7-1562-96AA52A2C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E5A42-37AF-9D2B-1388-B822EBEC1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ECEA-292A-4032-A71A-1F89CB5E69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B2173-16AB-AC4B-CF22-3CB03F8FE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9C234-0CC4-8B09-8FEE-182EE125A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254E-CC83-4FCF-8C49-7AC0C0D84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343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F36E4E-E892-25A9-8B4C-FE0F691A0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F2C1D-3210-F99A-7100-7B28E6E0B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3429-A85A-492C-3D13-3AD0AD434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ECEA-292A-4032-A71A-1F89CB5E69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1E537-B314-0B08-B744-EAC59587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DE8AB-37E1-1E1B-6439-3F572F30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254E-CC83-4FCF-8C49-7AC0C0D84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986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54178-E854-572C-FA44-E7976799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E939A-7B0A-48F8-44DB-D17AC5458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E825F-3B65-72B2-1675-E2013F568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FECEA-292A-4032-A71A-1F89CB5E693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C47C0-0E7E-4C6F-CA4F-1DC798875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16A0D-52A8-62D0-B4DE-F1FC144EB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A254E-CC83-4FCF-8C49-7AC0C0D84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141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87CCCE-F71B-65AD-0622-23EFF5FF6EC4}"/>
              </a:ext>
            </a:extLst>
          </p:cNvPr>
          <p:cNvSpPr/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70B91-6DF9-B8DB-F1C7-A7B2ABC93DC7}"/>
              </a:ext>
            </a:extLst>
          </p:cNvPr>
          <p:cNvGrpSpPr/>
          <p:nvPr/>
        </p:nvGrpSpPr>
        <p:grpSpPr>
          <a:xfrm>
            <a:off x="2796929" y="1384411"/>
            <a:ext cx="6970087" cy="3402304"/>
            <a:chOff x="2700337" y="1566862"/>
            <a:chExt cx="7624763" cy="372427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A4105A24-95C1-2DDC-81C2-9EED40A8C2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00337" y="1566862"/>
              <a:ext cx="6791325" cy="372427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2F082D7-E430-AD10-36B3-5FC26326B70B}"/>
                </a:ext>
              </a:extLst>
            </p:cNvPr>
            <p:cNvSpPr txBox="1"/>
            <p:nvPr/>
          </p:nvSpPr>
          <p:spPr>
            <a:xfrm>
              <a:off x="9396412" y="3190875"/>
              <a:ext cx="9286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>
                  <a:solidFill>
                    <a:srgbClr val="0B513C"/>
                  </a:solidFill>
                </a:rPr>
                <a:t>®</a:t>
              </a:r>
              <a:endParaRPr lang="en-US">
                <a:solidFill>
                  <a:srgbClr val="0B513C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757027-AF02-40AD-2D26-C9A1AD2B8A52}"/>
                </a:ext>
              </a:extLst>
            </p:cNvPr>
            <p:cNvSpPr txBox="1"/>
            <p:nvPr/>
          </p:nvSpPr>
          <p:spPr>
            <a:xfrm>
              <a:off x="5161254" y="4656853"/>
              <a:ext cx="4114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i="1">
                  <a:solidFill>
                    <a:srgbClr val="0B513C"/>
                  </a:solidFill>
                </a:rPr>
                <a:t>Unlock your destiny</a:t>
              </a:r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D6D8D2FE-6D66-BBE6-1707-9EDFD956C2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1496"/>
          <a:stretch/>
        </p:blipFill>
        <p:spPr>
          <a:xfrm>
            <a:off x="9271483" y="4544237"/>
            <a:ext cx="2920517" cy="23166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5AC575-4E05-859D-67E4-EBA0C9AED5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1496"/>
          <a:stretch/>
        </p:blipFill>
        <p:spPr>
          <a:xfrm rot="10800000">
            <a:off x="-1306" y="4436"/>
            <a:ext cx="2802461" cy="223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045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368409-C74E-0F03-C584-F564F058E412}"/>
              </a:ext>
            </a:extLst>
          </p:cNvPr>
          <p:cNvSpPr/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EDF490-F1B0-CEE5-A108-E731BD01C19C}"/>
              </a:ext>
            </a:extLst>
          </p:cNvPr>
          <p:cNvSpPr/>
          <p:nvPr/>
        </p:nvSpPr>
        <p:spPr>
          <a:xfrm>
            <a:off x="5876144" y="0"/>
            <a:ext cx="6315856" cy="6858000"/>
          </a:xfrm>
          <a:prstGeom prst="rect">
            <a:avLst/>
          </a:prstGeom>
          <a:solidFill>
            <a:srgbClr val="D2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5000" dirty="0">
              <a:latin typeface="Amasis MT Pro"/>
              <a:ea typeface="Calibri"/>
              <a:cs typeface="Calibri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86E065-B60C-8341-0B61-E53994FFA0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1496"/>
          <a:stretch/>
        </p:blipFill>
        <p:spPr>
          <a:xfrm>
            <a:off x="9614920" y="4834012"/>
            <a:ext cx="2577081" cy="202684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8BD6636-C3FD-3C11-ACA6-87D40945FCDC}"/>
              </a:ext>
            </a:extLst>
          </p:cNvPr>
          <p:cNvGrpSpPr/>
          <p:nvPr/>
        </p:nvGrpSpPr>
        <p:grpSpPr>
          <a:xfrm>
            <a:off x="392873" y="1717114"/>
            <a:ext cx="5317299" cy="2704699"/>
            <a:chOff x="2700337" y="1566862"/>
            <a:chExt cx="7624763" cy="3724275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F777E60-DB4D-A02E-6346-9AFD67D31C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00337" y="1566862"/>
              <a:ext cx="6791325" cy="372427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B2F838-E18B-3A75-6D57-F143518CFE18}"/>
                </a:ext>
              </a:extLst>
            </p:cNvPr>
            <p:cNvSpPr txBox="1"/>
            <p:nvPr/>
          </p:nvSpPr>
          <p:spPr>
            <a:xfrm>
              <a:off x="9396412" y="3190875"/>
              <a:ext cx="9286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>
                  <a:solidFill>
                    <a:srgbClr val="0B513C"/>
                  </a:solidFill>
                </a:rPr>
                <a:t>®</a:t>
              </a:r>
              <a:endParaRPr lang="en-US">
                <a:solidFill>
                  <a:srgbClr val="0B513C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D32D61-51D7-5C2B-F561-13E71661F2AA}"/>
                </a:ext>
              </a:extLst>
            </p:cNvPr>
            <p:cNvSpPr txBox="1"/>
            <p:nvPr/>
          </p:nvSpPr>
          <p:spPr>
            <a:xfrm>
              <a:off x="4330208" y="4656852"/>
              <a:ext cx="4945847" cy="61450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/>
              <a:r>
                <a:rPr lang="en-US" sz="2300" i="1">
                  <a:solidFill>
                    <a:srgbClr val="0B513C"/>
                  </a:solidFill>
                </a:rPr>
                <a:t>Unlock your destiny</a:t>
              </a:r>
              <a:endParaRPr lang="en-US" sz="2300" i="1">
                <a:solidFill>
                  <a:srgbClr val="0B513C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54F1215-5863-9C3B-1BD8-E31D16D1B63B}"/>
              </a:ext>
            </a:extLst>
          </p:cNvPr>
          <p:cNvGrpSpPr/>
          <p:nvPr/>
        </p:nvGrpSpPr>
        <p:grpSpPr>
          <a:xfrm>
            <a:off x="6076682" y="1606758"/>
            <a:ext cx="5909256" cy="4794152"/>
            <a:chOff x="6055217" y="812561"/>
            <a:chExt cx="5909256" cy="397126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0E5FA6-6563-7DAA-E563-8F3F05BDE118}"/>
                </a:ext>
              </a:extLst>
            </p:cNvPr>
            <p:cNvGrpSpPr/>
            <p:nvPr/>
          </p:nvGrpSpPr>
          <p:grpSpPr>
            <a:xfrm>
              <a:off x="6055217" y="812561"/>
              <a:ext cx="5909256" cy="3317423"/>
              <a:chOff x="6055217" y="812561"/>
              <a:chExt cx="5909256" cy="3317423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F6ACCA-DB72-0039-10B4-4595FFD77627}"/>
                  </a:ext>
                </a:extLst>
              </p:cNvPr>
              <p:cNvSpPr txBox="1"/>
              <p:nvPr/>
            </p:nvSpPr>
            <p:spPr>
              <a:xfrm>
                <a:off x="6383585" y="3237432"/>
                <a:ext cx="5248432" cy="89255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342900" indent="-342900" algn="ctr">
                  <a:buFont typeface="Calibri"/>
                  <a:buChar char="-"/>
                  <a:defRPr sz="2000">
                    <a:solidFill>
                      <a:srgbClr val="3C3250"/>
                    </a:solidFill>
                  </a:defRPr>
                </a:pPr>
                <a:r>
                  <a:rPr lang="en-US" sz="2000" dirty="0">
                    <a:solidFill>
                      <a:schemeClr val="bg1"/>
                    </a:solidFill>
                    <a:latin typeface="Amasis MT Pro"/>
                    <a:cs typeface="Aldhabi"/>
                  </a:rPr>
                  <a:t>Priyanka Aeron, Founder</a:t>
                </a:r>
                <a:endParaRPr lang="en-US" dirty="0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pPr algn="ctr">
                  <a:defRPr sz="2000">
                    <a:solidFill>
                      <a:srgbClr val="3C3250"/>
                    </a:solidFill>
                  </a:defRPr>
                </a:pPr>
                <a:br>
                  <a:rPr lang="en-US" sz="2000" dirty="0">
                    <a:latin typeface="Amasis MT Pro"/>
                    <a:cs typeface="Aldhabi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masis MT Pro"/>
                    <a:cs typeface="Aldhabi"/>
                  </a:rPr>
                  <a:t>Astrologer, Vastu specialist, Energy Healer, Numerologist and Tarot Reader</a:t>
                </a:r>
                <a:endParaRPr lang="en-US" sz="1200" dirty="0">
                  <a:solidFill>
                    <a:schemeClr val="bg1"/>
                  </a:solidFill>
                  <a:latin typeface="Amasis MT Pro"/>
                  <a:ea typeface="Calibri"/>
                  <a:cs typeface="Aldhab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E9724E-FC9D-BC53-D02D-202593E4020F}"/>
                  </a:ext>
                </a:extLst>
              </p:cNvPr>
              <p:cNvSpPr txBox="1"/>
              <p:nvPr/>
            </p:nvSpPr>
            <p:spPr>
              <a:xfrm>
                <a:off x="6624033" y="1193443"/>
                <a:ext cx="4771621" cy="132343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4000" dirty="0">
                    <a:solidFill>
                      <a:srgbClr val="FFFFFF"/>
                    </a:solidFill>
                    <a:latin typeface="Amasis MT Pro"/>
                  </a:rPr>
                  <a:t>Revolutionizing spiritual wellness</a:t>
                </a:r>
                <a:endParaRPr lang="en-US" sz="4000" dirty="0">
                  <a:latin typeface="Amasis MT Pro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1A90F6-468D-70AC-0265-A6D623E816BF}"/>
                  </a:ext>
                </a:extLst>
              </p:cNvPr>
              <p:cNvSpPr txBox="1"/>
              <p:nvPr/>
            </p:nvSpPr>
            <p:spPr>
              <a:xfrm rot="-120000">
                <a:off x="6634861" y="812561"/>
                <a:ext cx="789905" cy="15589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600" b="1" dirty="0">
                    <a:solidFill>
                      <a:srgbClr val="FFFFFF"/>
                    </a:solidFill>
                    <a:latin typeface="Magneto"/>
                  </a:rPr>
                  <a:t>"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4C44AE3-49B5-6659-6DC2-4CEE298B789D}"/>
                  </a:ext>
                </a:extLst>
              </p:cNvPr>
              <p:cNvSpPr txBox="1"/>
              <p:nvPr/>
            </p:nvSpPr>
            <p:spPr>
              <a:xfrm>
                <a:off x="6055217" y="2524259"/>
                <a:ext cx="5909256" cy="70788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4000" dirty="0">
                    <a:solidFill>
                      <a:srgbClr val="FFFFFF"/>
                    </a:solidFill>
                    <a:latin typeface="Amasis MT Pro"/>
                  </a:rPr>
                  <a:t>for the digital age​​</a:t>
                </a:r>
                <a:r>
                  <a:rPr lang="en-US" sz="4000" dirty="0">
                    <a:latin typeface="Amasis MT Pro"/>
                  </a:rPr>
                  <a:t>​</a:t>
                </a:r>
                <a:endParaRPr lang="en-US" sz="4000" dirty="0">
                  <a:ea typeface="Calibri"/>
                  <a:cs typeface="Calibri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3121E7-235F-BB64-2A83-04238C542B97}"/>
                  </a:ext>
                </a:extLst>
              </p:cNvPr>
              <p:cNvSpPr txBox="1"/>
              <p:nvPr/>
            </p:nvSpPr>
            <p:spPr>
              <a:xfrm rot="-120000">
                <a:off x="10927819" y="2197039"/>
                <a:ext cx="789905" cy="15589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9600" b="1" dirty="0">
                    <a:solidFill>
                      <a:srgbClr val="FFFFFF"/>
                    </a:solidFill>
                    <a:latin typeface="Magneto"/>
                  </a:rPr>
                  <a:t>"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5E8DB6-F1CC-5D89-63E4-BBA7BD6AA65A}"/>
                </a:ext>
              </a:extLst>
            </p:cNvPr>
            <p:cNvSpPr txBox="1"/>
            <p:nvPr/>
          </p:nvSpPr>
          <p:spPr>
            <a:xfrm>
              <a:off x="7883481" y="4383715"/>
              <a:ext cx="2743200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000" dirty="0">
                  <a:solidFill>
                    <a:srgbClr val="FFFFFF"/>
                  </a:solidFill>
                  <a:latin typeface="Amasis MT Pro"/>
                </a:rPr>
                <a:t>www.tathasstu.com</a:t>
              </a:r>
              <a:r>
                <a:rPr lang="en-US" sz="2000" dirty="0">
                  <a:latin typeface="Amasis MT Pro"/>
                </a:rPr>
                <a:t>​</a:t>
              </a:r>
              <a:endParaRPr lang="en-US" dirty="0"/>
            </a:p>
          </p:txBody>
        </p:sp>
      </p:grpSp>
      <p:pic>
        <p:nvPicPr>
          <p:cNvPr id="17" name="Picture 16" descr="A black and white mandala&#10;&#10;AI-generated content may be incorrect.">
            <a:extLst>
              <a:ext uri="{FF2B5EF4-FFF2-40B4-BE49-F238E27FC236}">
                <a16:creationId xmlns:a16="http://schemas.microsoft.com/office/drawing/2014/main" id="{1BD91422-9E14-D140-B1D1-315AD52965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136" b="-272"/>
          <a:stretch>
            <a:fillRect/>
          </a:stretch>
        </p:blipFill>
        <p:spPr>
          <a:xfrm>
            <a:off x="7056549" y="0"/>
            <a:ext cx="3949521" cy="198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625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FE5355-B223-C7F1-793F-519058AE00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586BA-09E7-82ED-0231-5FCD10D2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8690" y="442600"/>
            <a:ext cx="10515600" cy="1325563"/>
          </a:xfrm>
        </p:spPr>
        <p:txBody>
          <a:bodyPr/>
          <a:lstStyle/>
          <a:p>
            <a:r>
              <a:rPr lang="en-IN" dirty="0">
                <a:latin typeface="Amasis MT Pro" panose="02040504050005020304" pitchFamily="18" charset="77"/>
              </a:rPr>
              <a:t>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1FA59-F26A-7464-7C20-F986B694C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0401" y="1707526"/>
            <a:ext cx="5273234" cy="3926993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C513C"/>
                </a:solidFill>
                <a:latin typeface="Amasis MT Pro" panose="02040504050005020304" pitchFamily="18" charset="77"/>
              </a:rPr>
              <a:t>Name – Asish </a:t>
            </a:r>
            <a:r>
              <a:rPr lang="en-GB" dirty="0" err="1">
                <a:solidFill>
                  <a:srgbClr val="0C513C"/>
                </a:solidFill>
                <a:latin typeface="Amasis MT Pro" panose="02040504050005020304" pitchFamily="18" charset="77"/>
              </a:rPr>
              <a:t>Tikari</a:t>
            </a:r>
            <a:endParaRPr lang="en-GB" dirty="0">
              <a:latin typeface="Amasis MT Pro" panose="02040504050005020304" pitchFamily="18" charset="77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C513C"/>
                </a:solidFill>
                <a:latin typeface="Amasis MT Pro" panose="02040504050005020304" pitchFamily="18" charset="77"/>
              </a:rPr>
              <a:t>Date of birth – 20 May 1971</a:t>
            </a:r>
            <a:endParaRPr lang="en-GB" dirty="0">
              <a:latin typeface="Amasis MT Pro" panose="02040504050005020304" pitchFamily="18" charset="77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C513C"/>
                </a:solidFill>
                <a:latin typeface="Amasis MT Pro" panose="02040504050005020304" pitchFamily="18" charset="77"/>
              </a:rPr>
              <a:t>Birth of place – New Delhi</a:t>
            </a:r>
            <a:r>
              <a:rPr lang="en-GB" dirty="0">
                <a:latin typeface="Amasis MT Pro" panose="02040504050005020304" pitchFamily="18" charset="77"/>
              </a:rPr>
              <a:t> </a:t>
            </a:r>
          </a:p>
          <a:p>
            <a:pPr marL="0" indent="0">
              <a:buNone/>
            </a:pPr>
            <a:r>
              <a:rPr lang="en-GB" dirty="0">
                <a:solidFill>
                  <a:srgbClr val="0C513C"/>
                </a:solidFill>
                <a:latin typeface="Amasis MT Pro" panose="02040504050005020304" pitchFamily="18" charset="77"/>
              </a:rPr>
              <a:t>Birth time - 8:30 AM as per scanner</a:t>
            </a:r>
          </a:p>
          <a:p>
            <a:pPr marL="0" indent="0">
              <a:buNone/>
            </a:pPr>
            <a:r>
              <a:rPr lang="en-GB" dirty="0">
                <a:solidFill>
                  <a:srgbClr val="0C513C"/>
                </a:solidFill>
                <a:latin typeface="Amasis MT Pro" panose="02040504050005020304" pitchFamily="18" charset="77"/>
              </a:rPr>
              <a:t>Issue – Money flow, open blockages and court cases</a:t>
            </a:r>
            <a:endParaRPr lang="en-IN" dirty="0">
              <a:latin typeface="Amasis MT Pro" panose="02040504050005020304" pitchFamily="18" charset="77"/>
            </a:endParaRPr>
          </a:p>
        </p:txBody>
      </p:sp>
      <p:pic>
        <p:nvPicPr>
          <p:cNvPr id="5" name="Picture 4" descr="A person looking through a virtual reality device&#10;&#10;AI-generated content may be incorrect.">
            <a:extLst>
              <a:ext uri="{FF2B5EF4-FFF2-40B4-BE49-F238E27FC236}">
                <a16:creationId xmlns:a16="http://schemas.microsoft.com/office/drawing/2014/main" id="{BC2AA47E-CA5E-98C7-9E32-5C7CCC7A2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51" r="47314" b="13004"/>
          <a:stretch>
            <a:fillRect/>
          </a:stretch>
        </p:blipFill>
        <p:spPr>
          <a:xfrm>
            <a:off x="-1" y="1"/>
            <a:ext cx="6423539" cy="68635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021D133-5D4B-455D-4C35-85B4B96090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2660" y="1768163"/>
            <a:ext cx="317741" cy="31774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31AC16C-EDAF-223A-13E4-9140274A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1966" y="2284184"/>
            <a:ext cx="317741" cy="31774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0E77187-D906-078B-2D28-A5B427CF9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272" y="2800205"/>
            <a:ext cx="317741" cy="31774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D08AC3-2D33-9740-810D-FBB3F132BF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0578" y="3299136"/>
            <a:ext cx="317741" cy="31774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E41DF70-6E97-2DF6-0545-2696828CA9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0578" y="4224001"/>
            <a:ext cx="317741" cy="31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02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411186-E51D-4500-F6D2-8BF57DCE527B}"/>
              </a:ext>
            </a:extLst>
          </p:cNvPr>
          <p:cNvSpPr/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63BC57-683B-B3D2-63FA-43BF97A551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11A545-B0B1-36B2-EC58-846625810B69}"/>
              </a:ext>
            </a:extLst>
          </p:cNvPr>
          <p:cNvSpPr/>
          <p:nvPr/>
        </p:nvSpPr>
        <p:spPr>
          <a:xfrm>
            <a:off x="-3086" y="-4426"/>
            <a:ext cx="12191179" cy="1029419"/>
          </a:xfrm>
          <a:prstGeom prst="rect">
            <a:avLst/>
          </a:prstGeom>
          <a:solidFill>
            <a:srgbClr val="0B5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18EDC704-961B-6EE1-B881-D93990D31F16}"/>
              </a:ext>
            </a:extLst>
          </p:cNvPr>
          <p:cNvSpPr/>
          <p:nvPr/>
        </p:nvSpPr>
        <p:spPr>
          <a:xfrm>
            <a:off x="941" y="2282"/>
            <a:ext cx="4648463" cy="6859020"/>
          </a:xfrm>
          <a:prstGeom prst="rtTriangle">
            <a:avLst/>
          </a:prstGeom>
          <a:solidFill>
            <a:srgbClr val="D2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FAE43F-4131-3179-95C8-A74E4B1D4B81}"/>
              </a:ext>
            </a:extLst>
          </p:cNvPr>
          <p:cNvSpPr txBox="1">
            <a:spLocks/>
          </p:cNvSpPr>
          <p:nvPr/>
        </p:nvSpPr>
        <p:spPr>
          <a:xfrm>
            <a:off x="543716" y="-1967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FFF4E0"/>
                </a:solidFill>
                <a:latin typeface="Amasis MT Pro" panose="02040504050005020304" pitchFamily="18" charset="77"/>
              </a:rPr>
              <a:t>Reading on 10/May/2026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F5E0-1771-C9C7-EC2D-F05269864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2633" y="1488860"/>
            <a:ext cx="6884689" cy="51895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IN" sz="2400" dirty="0"/>
              <a:t>Kaal </a:t>
            </a:r>
            <a:r>
              <a:rPr lang="en-IN" sz="2400" dirty="0" err="1"/>
              <a:t>sarp</a:t>
            </a:r>
            <a:r>
              <a:rPr lang="en-IN" sz="2400" dirty="0"/>
              <a:t> dosh  – yes, but no </a:t>
            </a:r>
            <a:r>
              <a:rPr lang="en-IN" sz="2400" dirty="0" err="1"/>
              <a:t>upay</a:t>
            </a:r>
            <a:r>
              <a:rPr lang="en-IN" sz="2400" dirty="0"/>
              <a:t> needed</a:t>
            </a:r>
          </a:p>
          <a:p>
            <a:r>
              <a:rPr lang="en-IN" sz="2400" dirty="0"/>
              <a:t>Mangal Dosh – No</a:t>
            </a:r>
          </a:p>
          <a:p>
            <a:r>
              <a:rPr lang="en-IN" sz="2400" dirty="0"/>
              <a:t>Pitra Dosh – Yes </a:t>
            </a:r>
          </a:p>
          <a:p>
            <a:r>
              <a:rPr lang="en-IN" sz="2400" dirty="0"/>
              <a:t>Bandhan </a:t>
            </a:r>
            <a:r>
              <a:rPr lang="en-IN" sz="2400" dirty="0" err="1"/>
              <a:t>yog</a:t>
            </a:r>
            <a:r>
              <a:rPr lang="en-IN" sz="2400" dirty="0"/>
              <a:t> – Yes</a:t>
            </a:r>
          </a:p>
          <a:p>
            <a:r>
              <a:rPr lang="en-IN" sz="2400" dirty="0" err="1"/>
              <a:t>Pishach</a:t>
            </a:r>
            <a:r>
              <a:rPr lang="en-IN" sz="2400" dirty="0"/>
              <a:t> </a:t>
            </a:r>
            <a:r>
              <a:rPr lang="en-IN" sz="2400" dirty="0" err="1"/>
              <a:t>yog</a:t>
            </a:r>
            <a:r>
              <a:rPr lang="en-IN" sz="2400" dirty="0"/>
              <a:t> – No</a:t>
            </a:r>
          </a:p>
          <a:p>
            <a:r>
              <a:rPr lang="en-IN" sz="2400" dirty="0"/>
              <a:t>Tona </a:t>
            </a:r>
            <a:r>
              <a:rPr lang="en-IN" sz="2400" dirty="0" err="1"/>
              <a:t>totka</a:t>
            </a:r>
            <a:r>
              <a:rPr lang="en-IN" sz="2400" dirty="0"/>
              <a:t> – No </a:t>
            </a:r>
          </a:p>
          <a:p>
            <a:r>
              <a:rPr lang="en-IN" sz="2400" dirty="0"/>
              <a:t>Nazar dosh – Yes</a:t>
            </a:r>
          </a:p>
          <a:p>
            <a:r>
              <a:rPr lang="en-IN" sz="2400" dirty="0"/>
              <a:t>Positivity – Yes</a:t>
            </a:r>
          </a:p>
          <a:p>
            <a:r>
              <a:rPr lang="en-IN" sz="2400" dirty="0"/>
              <a:t>Sun –  100%</a:t>
            </a:r>
          </a:p>
          <a:p>
            <a:r>
              <a:rPr lang="en-IN" sz="2400" dirty="0"/>
              <a:t>Mon – 20%</a:t>
            </a:r>
          </a:p>
          <a:p>
            <a:r>
              <a:rPr lang="en-IN" sz="2400" dirty="0"/>
              <a:t>Mercury – 100%</a:t>
            </a:r>
          </a:p>
          <a:p>
            <a:r>
              <a:rPr lang="en-IN" sz="2400" dirty="0"/>
              <a:t>Venus – 100%</a:t>
            </a:r>
          </a:p>
          <a:p>
            <a:r>
              <a:rPr lang="en-IN" sz="2400" dirty="0"/>
              <a:t>Jupiter </a:t>
            </a:r>
            <a:r>
              <a:rPr lang="en-IN" sz="2400"/>
              <a:t>– 10 0</a:t>
            </a:r>
            <a:r>
              <a:rPr lang="en-IN" sz="2400" dirty="0"/>
              <a:t>%</a:t>
            </a:r>
          </a:p>
          <a:p>
            <a:r>
              <a:rPr lang="en-IN" sz="2400" dirty="0"/>
              <a:t>Saturn – 100% - 3 Saturday, Shani mandir </a:t>
            </a:r>
            <a:r>
              <a:rPr lang="en-IN" sz="2400" dirty="0" err="1"/>
              <a:t>mein</a:t>
            </a:r>
            <a:r>
              <a:rPr lang="en-IN" sz="2400" dirty="0"/>
              <a:t> </a:t>
            </a:r>
            <a:r>
              <a:rPr lang="en-IN" sz="2400" dirty="0" err="1"/>
              <a:t>daan</a:t>
            </a:r>
            <a:r>
              <a:rPr lang="en-IN" sz="2400" dirty="0"/>
              <a:t> + </a:t>
            </a:r>
            <a:r>
              <a:rPr lang="en-IN" sz="2400" dirty="0" err="1"/>
              <a:t>naak</a:t>
            </a:r>
            <a:r>
              <a:rPr lang="en-IN" sz="2400" dirty="0"/>
              <a:t> </a:t>
            </a:r>
            <a:r>
              <a:rPr lang="en-IN" sz="2400" dirty="0" err="1"/>
              <a:t>ragad</a:t>
            </a:r>
            <a:r>
              <a:rPr lang="en-IN" sz="2400" dirty="0"/>
              <a:t> </a:t>
            </a:r>
            <a:r>
              <a:rPr lang="en-IN" sz="2400" dirty="0" err="1"/>
              <a:t>kar</a:t>
            </a:r>
            <a:r>
              <a:rPr lang="en-IN" sz="2400" dirty="0"/>
              <a:t> </a:t>
            </a:r>
            <a:r>
              <a:rPr lang="en-IN" sz="2400" dirty="0" err="1"/>
              <a:t>aayein</a:t>
            </a:r>
            <a:r>
              <a:rPr lang="en-IN" sz="2400" dirty="0"/>
              <a:t> – Iron </a:t>
            </a:r>
            <a:r>
              <a:rPr lang="en-IN" sz="2400" dirty="0" err="1"/>
              <a:t>chimta</a:t>
            </a:r>
            <a:r>
              <a:rPr lang="en-IN" sz="2400" dirty="0"/>
              <a:t>, iron </a:t>
            </a:r>
            <a:r>
              <a:rPr lang="en-IN" sz="2400" dirty="0" err="1"/>
              <a:t>angithi</a:t>
            </a:r>
            <a:r>
              <a:rPr lang="en-IN" sz="2400" dirty="0"/>
              <a:t>, Kale </a:t>
            </a:r>
            <a:r>
              <a:rPr lang="en-IN" sz="2400" dirty="0" err="1"/>
              <a:t>til</a:t>
            </a:r>
            <a:r>
              <a:rPr lang="en-IN" sz="2400" dirty="0"/>
              <a:t> 500 gm, Urad dal – 4 kg, </a:t>
            </a:r>
            <a:r>
              <a:rPr lang="en-IN" sz="2400" dirty="0" err="1"/>
              <a:t>Sarso</a:t>
            </a:r>
            <a:r>
              <a:rPr lang="en-IN" sz="2400" dirty="0"/>
              <a:t> </a:t>
            </a:r>
            <a:r>
              <a:rPr lang="en-IN" sz="2400" dirty="0" err="1"/>
              <a:t>tel</a:t>
            </a:r>
            <a:r>
              <a:rPr lang="en-IN" sz="2400" dirty="0"/>
              <a:t> – 1 bottle</a:t>
            </a:r>
          </a:p>
          <a:p>
            <a:r>
              <a:rPr lang="en-IN" sz="2400" dirty="0"/>
              <a:t>Rahu – 50%</a:t>
            </a:r>
          </a:p>
          <a:p>
            <a:r>
              <a:rPr lang="en-IN" sz="2400" dirty="0"/>
              <a:t>Ketu – 50%</a:t>
            </a:r>
          </a:p>
          <a:p>
            <a:r>
              <a:rPr lang="en-IN" sz="2400" dirty="0"/>
              <a:t>Mangal – 100% - 1 Tuesday – 2 kg </a:t>
            </a:r>
            <a:r>
              <a:rPr lang="en-IN" sz="2400" dirty="0" err="1"/>
              <a:t>Boondi</a:t>
            </a:r>
            <a:r>
              <a:rPr lang="en-IN" sz="2400" dirty="0"/>
              <a:t> – Hanuman mandir</a:t>
            </a:r>
          </a:p>
        </p:txBody>
      </p:sp>
      <p:pic>
        <p:nvPicPr>
          <p:cNvPr id="18" name="Picture 17" descr="A person holding a ball&#10;&#10;AI-generated content may be incorrect.">
            <a:extLst>
              <a:ext uri="{FF2B5EF4-FFF2-40B4-BE49-F238E27FC236}">
                <a16:creationId xmlns:a16="http://schemas.microsoft.com/office/drawing/2014/main" id="{7BBEA7EF-6715-2032-1848-4CD70B4FE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19" b="585"/>
          <a:stretch>
            <a:fillRect/>
          </a:stretch>
        </p:blipFill>
        <p:spPr>
          <a:xfrm flipH="1">
            <a:off x="-7768" y="1232682"/>
            <a:ext cx="4109606" cy="562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12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66CE9-F2D7-0E06-7571-1158DCA4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7339D2-305F-1312-4919-B7D2017F1CDC}"/>
              </a:ext>
            </a:extLst>
          </p:cNvPr>
          <p:cNvSpPr/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ED267E-01A5-0F12-32EE-88AE04700D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BEF325-31B0-25A7-56AA-A2B84796C4EB}"/>
              </a:ext>
            </a:extLst>
          </p:cNvPr>
          <p:cNvSpPr/>
          <p:nvPr/>
        </p:nvSpPr>
        <p:spPr>
          <a:xfrm>
            <a:off x="-3086" y="-4426"/>
            <a:ext cx="12191179" cy="1029419"/>
          </a:xfrm>
          <a:prstGeom prst="rect">
            <a:avLst/>
          </a:prstGeom>
          <a:solidFill>
            <a:srgbClr val="0B5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6597901-4FFC-09FC-F6C5-D7F7BD8DDB6C}"/>
              </a:ext>
            </a:extLst>
          </p:cNvPr>
          <p:cNvSpPr/>
          <p:nvPr/>
        </p:nvSpPr>
        <p:spPr>
          <a:xfrm>
            <a:off x="941" y="2282"/>
            <a:ext cx="4648463" cy="6859020"/>
          </a:xfrm>
          <a:prstGeom prst="rtTriangle">
            <a:avLst/>
          </a:prstGeom>
          <a:solidFill>
            <a:srgbClr val="D2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356D844-2F28-61B9-7066-81B0A5DEF37A}"/>
              </a:ext>
            </a:extLst>
          </p:cNvPr>
          <p:cNvSpPr txBox="1">
            <a:spLocks/>
          </p:cNvSpPr>
          <p:nvPr/>
        </p:nvSpPr>
        <p:spPr>
          <a:xfrm>
            <a:off x="5472555" y="-928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err="1">
                <a:solidFill>
                  <a:srgbClr val="FFF4E0"/>
                </a:solidFill>
                <a:latin typeface="Amasis MT Pro" panose="02040504050005020304" pitchFamily="18" charset="77"/>
              </a:rPr>
              <a:t>Upay</a:t>
            </a:r>
            <a:r>
              <a:rPr lang="en-IN" dirty="0">
                <a:solidFill>
                  <a:srgbClr val="FFF4E0"/>
                </a:solidFill>
                <a:latin typeface="Amasis MT Pro" panose="02040504050005020304" pitchFamily="18" charset="77"/>
              </a:rPr>
              <a:t> as per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68A2-4DCC-9917-0357-20D00C01C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2633" y="1113448"/>
            <a:ext cx="6884689" cy="556495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lvl="1"/>
            <a:r>
              <a:rPr lang="en-IN" sz="2000" b="1" dirty="0" err="1"/>
              <a:t>Pitr</a:t>
            </a:r>
            <a:r>
              <a:rPr lang="en-IN" sz="2000" b="1" dirty="0"/>
              <a:t> Dosh </a:t>
            </a:r>
            <a:r>
              <a:rPr lang="en-IN" sz="2000" b="1" dirty="0" err="1"/>
              <a:t>Upay</a:t>
            </a:r>
            <a:endParaRPr lang="en-IN" sz="2000" b="1" dirty="0"/>
          </a:p>
          <a:p>
            <a:pPr lvl="1"/>
            <a:r>
              <a:rPr lang="en-IN" sz="2000" dirty="0"/>
              <a:t>3 Male clothes – Brahmin</a:t>
            </a:r>
          </a:p>
          <a:p>
            <a:pPr lvl="1"/>
            <a:r>
              <a:rPr lang="en-IN" sz="2000" dirty="0"/>
              <a:t>3 Female set of clothes – Brahmin</a:t>
            </a:r>
          </a:p>
          <a:p>
            <a:pPr lvl="1"/>
            <a:r>
              <a:rPr lang="en-IN" sz="2000" dirty="0"/>
              <a:t>2 set of bedding</a:t>
            </a:r>
          </a:p>
          <a:p>
            <a:pPr lvl="1"/>
            <a:r>
              <a:rPr lang="en-IN" sz="2000" dirty="0"/>
              <a:t>3 days – roti on </a:t>
            </a:r>
            <a:r>
              <a:rPr lang="en-IN" sz="2000" dirty="0" err="1"/>
              <a:t>churaha</a:t>
            </a:r>
            <a:endParaRPr lang="en-IN" sz="2000" dirty="0"/>
          </a:p>
          <a:p>
            <a:pPr lvl="1"/>
            <a:r>
              <a:rPr lang="en-IN" sz="2000" dirty="0"/>
              <a:t>Feed ants – </a:t>
            </a:r>
            <a:r>
              <a:rPr lang="en-IN" sz="2100" dirty="0"/>
              <a:t>peepal </a:t>
            </a:r>
            <a:r>
              <a:rPr lang="en-IN" sz="2100" dirty="0" err="1"/>
              <a:t>ke</a:t>
            </a:r>
            <a:r>
              <a:rPr lang="en-IN" sz="2100" dirty="0"/>
              <a:t> ped </a:t>
            </a:r>
            <a:r>
              <a:rPr lang="en-IN" sz="2100" dirty="0" err="1"/>
              <a:t>ke</a:t>
            </a:r>
            <a:r>
              <a:rPr lang="en-IN" sz="2100" dirty="0"/>
              <a:t> </a:t>
            </a:r>
            <a:r>
              <a:rPr lang="en-IN" sz="2100" dirty="0" err="1"/>
              <a:t>neeche</a:t>
            </a:r>
            <a:r>
              <a:rPr lang="en-IN" sz="2100" dirty="0"/>
              <a:t> – Nariyal + Bura+ Khas </a:t>
            </a:r>
            <a:r>
              <a:rPr lang="en-IN" sz="2100" dirty="0" err="1"/>
              <a:t>Khas</a:t>
            </a:r>
            <a:r>
              <a:rPr lang="en-IN" sz="2100" dirty="0"/>
              <a:t> + Kale </a:t>
            </a:r>
            <a:r>
              <a:rPr lang="en-IN" sz="2100" dirty="0" err="1"/>
              <a:t>til</a:t>
            </a:r>
            <a:r>
              <a:rPr lang="en-IN" sz="2100" dirty="0"/>
              <a:t> + </a:t>
            </a:r>
            <a:r>
              <a:rPr lang="en-IN" sz="2100" dirty="0" err="1"/>
              <a:t>safed</a:t>
            </a:r>
            <a:r>
              <a:rPr lang="en-IN" sz="2100" dirty="0"/>
              <a:t> </a:t>
            </a:r>
            <a:r>
              <a:rPr lang="en-IN" sz="2100" dirty="0" err="1"/>
              <a:t>til</a:t>
            </a:r>
            <a:r>
              <a:rPr lang="en-IN" sz="2100" dirty="0"/>
              <a:t> + bhuna </a:t>
            </a:r>
            <a:r>
              <a:rPr lang="en-IN" sz="2100" dirty="0" err="1"/>
              <a:t>hua</a:t>
            </a:r>
            <a:r>
              <a:rPr lang="en-IN" sz="2100" dirty="0"/>
              <a:t> </a:t>
            </a:r>
            <a:r>
              <a:rPr lang="en-IN" sz="2100" dirty="0" err="1"/>
              <a:t>aata</a:t>
            </a:r>
            <a:r>
              <a:rPr lang="en-IN" sz="2100" dirty="0"/>
              <a:t> – </a:t>
            </a:r>
            <a:r>
              <a:rPr lang="en-IN" sz="2100" dirty="0" err="1"/>
              <a:t>Sukhe</a:t>
            </a:r>
            <a:r>
              <a:rPr lang="en-IN" sz="2100" dirty="0"/>
              <a:t> nariyal </a:t>
            </a:r>
            <a:r>
              <a:rPr lang="en-IN" sz="2100" dirty="0" err="1"/>
              <a:t>mein</a:t>
            </a:r>
            <a:r>
              <a:rPr lang="en-IN" sz="2100" dirty="0"/>
              <a:t> </a:t>
            </a:r>
            <a:r>
              <a:rPr lang="en-IN" sz="2100" dirty="0" err="1"/>
              <a:t>bharkar</a:t>
            </a:r>
            <a:r>
              <a:rPr lang="en-IN" sz="2100" dirty="0"/>
              <a:t> peepal ki </a:t>
            </a:r>
            <a:r>
              <a:rPr lang="en-IN" sz="2100" dirty="0" err="1"/>
              <a:t>jad</a:t>
            </a:r>
            <a:r>
              <a:rPr lang="en-IN" sz="2100" dirty="0"/>
              <a:t> </a:t>
            </a:r>
            <a:r>
              <a:rPr lang="en-IN" sz="2100" dirty="0" err="1"/>
              <a:t>mein</a:t>
            </a:r>
            <a:r>
              <a:rPr lang="en-IN" sz="2100" dirty="0"/>
              <a:t> </a:t>
            </a:r>
            <a:r>
              <a:rPr lang="en-IN" sz="2100" dirty="0" err="1"/>
              <a:t>rakhein</a:t>
            </a:r>
            <a:r>
              <a:rPr lang="en-IN" sz="2100" dirty="0"/>
              <a:t>.</a:t>
            </a:r>
          </a:p>
          <a:p>
            <a:pPr lvl="1"/>
            <a:endParaRPr lang="en-IN" sz="2000" dirty="0"/>
          </a:p>
          <a:p>
            <a:pPr lvl="1"/>
            <a:r>
              <a:rPr lang="en-IN" sz="2000" b="1" dirty="0"/>
              <a:t>For Aura cleansing</a:t>
            </a:r>
          </a:p>
          <a:p>
            <a:pPr lvl="1"/>
            <a:r>
              <a:rPr lang="en-IN" sz="2000" dirty="0"/>
              <a:t>Salt bathing – 7 days – Buy pink salt 1 kg. Take a mug and add salt to it, scrub your entire body with it and then wash it off.</a:t>
            </a:r>
          </a:p>
          <a:p>
            <a:pPr lvl="1"/>
            <a:endParaRPr lang="en-IN" sz="2000" dirty="0"/>
          </a:p>
          <a:p>
            <a:pPr lvl="1"/>
            <a:r>
              <a:rPr lang="en-IN" sz="2000" b="1" dirty="0"/>
              <a:t>Court Cases - </a:t>
            </a:r>
          </a:p>
          <a:p>
            <a:pPr lvl="1"/>
            <a:r>
              <a:rPr lang="en-IN" sz="2000" dirty="0"/>
              <a:t>Maa Bagla Mukhi </a:t>
            </a:r>
            <a:r>
              <a:rPr lang="en-IN" sz="2000" dirty="0" err="1"/>
              <a:t>hawan</a:t>
            </a:r>
            <a:r>
              <a:rPr lang="en-IN" sz="2000" dirty="0"/>
              <a:t> for court cases</a:t>
            </a:r>
          </a:p>
          <a:p>
            <a:pPr lvl="1"/>
            <a:r>
              <a:rPr lang="en-IN" sz="2000" dirty="0"/>
              <a:t>Court cases chant – 8877192</a:t>
            </a:r>
          </a:p>
          <a:p>
            <a:pPr lvl="1"/>
            <a:r>
              <a:rPr lang="en-IN" sz="2000" dirty="0"/>
              <a:t>In case of any problem – chant – Durant Dev</a:t>
            </a:r>
          </a:p>
          <a:p>
            <a:pPr lvl="1"/>
            <a:r>
              <a:rPr lang="en-IN" sz="2000" dirty="0"/>
              <a:t>In order to come out of unnecessary problems chant – </a:t>
            </a:r>
            <a:r>
              <a:rPr lang="en-IN" sz="2000" dirty="0" err="1"/>
              <a:t>Convelexa</a:t>
            </a:r>
            <a:r>
              <a:rPr lang="en-IN" sz="2000" dirty="0"/>
              <a:t> </a:t>
            </a:r>
          </a:p>
          <a:p>
            <a:pPr marL="457200" lvl="1" indent="0">
              <a:buNone/>
            </a:pPr>
            <a:endParaRPr lang="en-IN" sz="2000" b="1" dirty="0"/>
          </a:p>
          <a:p>
            <a:pPr lvl="1"/>
            <a:r>
              <a:rPr lang="en-IN" sz="2000" b="1" dirty="0"/>
              <a:t>Crystal - </a:t>
            </a:r>
          </a:p>
          <a:p>
            <a:pPr lvl="1"/>
            <a:r>
              <a:rPr lang="en-IN" sz="2000" dirty="0"/>
              <a:t>Manjusha place near your bed or where you spend most of your time.</a:t>
            </a:r>
          </a:p>
          <a:p>
            <a:pPr lvl="1"/>
            <a:r>
              <a:rPr lang="en-IN" sz="2000" dirty="0"/>
              <a:t>Crystals – Place them </a:t>
            </a:r>
            <a:r>
              <a:rPr lang="en-IN" sz="2000" dirty="0" err="1"/>
              <a:t>infront</a:t>
            </a:r>
            <a:r>
              <a:rPr lang="en-IN" sz="2000" dirty="0"/>
              <a:t> of your picture.</a:t>
            </a:r>
          </a:p>
          <a:p>
            <a:pPr lvl="1"/>
            <a:endParaRPr lang="en-IN" sz="2000" dirty="0"/>
          </a:p>
        </p:txBody>
      </p:sp>
      <p:pic>
        <p:nvPicPr>
          <p:cNvPr id="18" name="Picture 17" descr="A person holding a ball&#10;&#10;AI-generated content may be incorrect.">
            <a:extLst>
              <a:ext uri="{FF2B5EF4-FFF2-40B4-BE49-F238E27FC236}">
                <a16:creationId xmlns:a16="http://schemas.microsoft.com/office/drawing/2014/main" id="{B10F9716-043F-89D8-E32A-982589ED56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19" b="585"/>
          <a:stretch>
            <a:fillRect/>
          </a:stretch>
        </p:blipFill>
        <p:spPr>
          <a:xfrm flipH="1">
            <a:off x="-7768" y="1232682"/>
            <a:ext cx="4109606" cy="562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6E4AE-1263-5A9A-5FF1-0235B209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7C91B0-E6C1-7238-DDF1-FDF61058C7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63DCD7-B29A-1E7C-BFBB-A5FD7D42E02D}"/>
              </a:ext>
            </a:extLst>
          </p:cNvPr>
          <p:cNvSpPr/>
          <p:nvPr/>
        </p:nvSpPr>
        <p:spPr>
          <a:xfrm>
            <a:off x="-96075" y="-65378"/>
            <a:ext cx="12191179" cy="1029419"/>
          </a:xfrm>
          <a:prstGeom prst="rect">
            <a:avLst/>
          </a:prstGeom>
          <a:solidFill>
            <a:srgbClr val="0B5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65B84102-264B-8D18-11BF-AE131F0895F7}"/>
              </a:ext>
            </a:extLst>
          </p:cNvPr>
          <p:cNvSpPr/>
          <p:nvPr/>
        </p:nvSpPr>
        <p:spPr>
          <a:xfrm rot="16200000">
            <a:off x="5565882" y="240103"/>
            <a:ext cx="6837871" cy="6406550"/>
          </a:xfrm>
          <a:prstGeom prst="rtTriangl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5A3D4-73DF-B40E-5B76-1947A9177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76" y="-152499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FFF4E0"/>
                </a:solidFill>
                <a:latin typeface="Amasis MT Pro" panose="02040504050005020304" pitchFamily="18" charset="77"/>
              </a:rPr>
              <a:t>Lagan </a:t>
            </a:r>
            <a:r>
              <a:rPr lang="en-IN" dirty="0" err="1">
                <a:solidFill>
                  <a:srgbClr val="FFF4E0"/>
                </a:solidFill>
                <a:latin typeface="Amasis MT Pro" panose="02040504050005020304" pitchFamily="18" charset="77"/>
              </a:rPr>
              <a:t>Kundli</a:t>
            </a:r>
            <a:endParaRPr lang="en-IN" dirty="0">
              <a:solidFill>
                <a:srgbClr val="FFF4E0"/>
              </a:solidFill>
              <a:latin typeface="Amasis MT Pro" panose="02040504050005020304" pitchFamily="18" charset="77"/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EBD3E906-75B2-99C6-002C-2A7F5BCA1821}"/>
              </a:ext>
            </a:extLst>
          </p:cNvPr>
          <p:cNvSpPr/>
          <p:nvPr/>
        </p:nvSpPr>
        <p:spPr>
          <a:xfrm rot="16200000">
            <a:off x="5502404" y="172310"/>
            <a:ext cx="6862426" cy="6508953"/>
          </a:xfrm>
          <a:prstGeom prst="rtTriangle">
            <a:avLst/>
          </a:prstGeom>
          <a:solidFill>
            <a:srgbClr val="CA8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erson with a book and planets&#10;&#10;AI-generated content may be incorrect.">
            <a:extLst>
              <a:ext uri="{FF2B5EF4-FFF2-40B4-BE49-F238E27FC236}">
                <a16:creationId xmlns:a16="http://schemas.microsoft.com/office/drawing/2014/main" id="{D7D1FB75-D46B-B310-FA0D-A3ECFFA300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1" b="10338"/>
          <a:stretch>
            <a:fillRect/>
          </a:stretch>
        </p:blipFill>
        <p:spPr>
          <a:xfrm>
            <a:off x="6981357" y="2195062"/>
            <a:ext cx="4689867" cy="4667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BE2365-02D7-FFA7-0FCE-9111B3438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955" y="1768679"/>
            <a:ext cx="4134687" cy="342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7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65974F-9381-1347-642F-64E55A35F7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31E8C-FCF4-0B67-230A-7E47D0ED8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76" y="1173065"/>
            <a:ext cx="5257799" cy="52603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Lagan – Mithun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Rashi – Meen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Dasha – Venus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Shani ki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sade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Satti – till Feb 2028</a:t>
            </a:r>
          </a:p>
          <a:p>
            <a:pPr marL="0" indent="0"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Strong and understanding personality. Situation ko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dekh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kar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samajh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lena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and best action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lena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. Bahar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circle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liye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doosri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personality and inner circle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liye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different personality.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Kharab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situation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mein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bhi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strongly act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karte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hain.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Rin – </a:t>
            </a:r>
          </a:p>
          <a:p>
            <a:pPr marL="457200" indent="-457200">
              <a:buAutoNum type="arabicPeriod"/>
            </a:pP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Aajaanmkrit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Rin – 2027 May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mein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bday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baad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upay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karna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Pitr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Rin – Peepal ka ped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seenche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, Sunday ko peepal par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paani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chadayein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. 43 days continuously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paani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chadayein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AutoNum type="arabicPeriod"/>
            </a:pP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Nirdayi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Rin - </a:t>
            </a:r>
          </a:p>
          <a:p>
            <a:pPr marL="0" indent="0"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7E43F3-6CBF-54C5-C26D-16EEEF0DEB5C}"/>
              </a:ext>
            </a:extLst>
          </p:cNvPr>
          <p:cNvSpPr/>
          <p:nvPr/>
        </p:nvSpPr>
        <p:spPr>
          <a:xfrm>
            <a:off x="-3086" y="-4426"/>
            <a:ext cx="12191179" cy="1029419"/>
          </a:xfrm>
          <a:prstGeom prst="rect">
            <a:avLst/>
          </a:prstGeom>
          <a:solidFill>
            <a:srgbClr val="0B5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1F7A44F6-C98C-9A18-0C88-D508572D5041}"/>
              </a:ext>
            </a:extLst>
          </p:cNvPr>
          <p:cNvSpPr/>
          <p:nvPr/>
        </p:nvSpPr>
        <p:spPr>
          <a:xfrm rot="16200000">
            <a:off x="5565882" y="240103"/>
            <a:ext cx="6837871" cy="6406550"/>
          </a:xfrm>
          <a:prstGeom prst="rtTriangl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632EEC-8CDF-3BA8-AF82-41BC3463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76" y="-152499"/>
            <a:ext cx="10515600" cy="1325563"/>
          </a:xfrm>
        </p:spPr>
        <p:txBody>
          <a:bodyPr/>
          <a:lstStyle/>
          <a:p>
            <a:r>
              <a:rPr lang="en-IN" dirty="0" err="1">
                <a:solidFill>
                  <a:srgbClr val="FFF4E0"/>
                </a:solidFill>
                <a:latin typeface="Amasis MT Pro" panose="02040504050005020304" pitchFamily="18" charset="77"/>
              </a:rPr>
              <a:t>Kundli</a:t>
            </a:r>
            <a:r>
              <a:rPr lang="en-IN" dirty="0">
                <a:solidFill>
                  <a:srgbClr val="FFF4E0"/>
                </a:solidFill>
                <a:latin typeface="Amasis MT Pro" panose="02040504050005020304" pitchFamily="18" charset="77"/>
              </a:rPr>
              <a:t> prediction</a:t>
            </a: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447B0FBE-3101-E1B5-6C1B-090C468BA001}"/>
              </a:ext>
            </a:extLst>
          </p:cNvPr>
          <p:cNvSpPr/>
          <p:nvPr/>
        </p:nvSpPr>
        <p:spPr>
          <a:xfrm rot="16200000">
            <a:off x="5502404" y="172310"/>
            <a:ext cx="6862426" cy="6508953"/>
          </a:xfrm>
          <a:prstGeom prst="rtTriangle">
            <a:avLst/>
          </a:prstGeom>
          <a:solidFill>
            <a:srgbClr val="CA8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erson with a book and planets&#10;&#10;AI-generated content may be incorrect.">
            <a:extLst>
              <a:ext uri="{FF2B5EF4-FFF2-40B4-BE49-F238E27FC236}">
                <a16:creationId xmlns:a16="http://schemas.microsoft.com/office/drawing/2014/main" id="{D7485D02-498E-946F-0D7C-7FA8B5D909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1" b="10338"/>
          <a:stretch>
            <a:fillRect/>
          </a:stretch>
        </p:blipFill>
        <p:spPr>
          <a:xfrm>
            <a:off x="6981357" y="2195062"/>
            <a:ext cx="4689867" cy="466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9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E12882-7D10-D363-4BEF-5540F1B16D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CC551-2B5A-BB02-D312-2C5501DFD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252" y="1319937"/>
            <a:ext cx="6188993" cy="5263242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IN" dirty="0"/>
              <a:t>Will have lot of secrets within his heart.</a:t>
            </a:r>
          </a:p>
          <a:p>
            <a:pPr lvl="1"/>
            <a:r>
              <a:rPr lang="en-IN" dirty="0"/>
              <a:t>Will have heavy physical build.</a:t>
            </a:r>
          </a:p>
          <a:p>
            <a:pPr lvl="1"/>
            <a:r>
              <a:rPr lang="en-IN" dirty="0"/>
              <a:t>Will have a habit of waking up late in the morning.</a:t>
            </a:r>
          </a:p>
          <a:p>
            <a:pPr lvl="1"/>
            <a:r>
              <a:rPr lang="en-IN" dirty="0"/>
              <a:t>Will always feel insecure with people around, </a:t>
            </a:r>
            <a:r>
              <a:rPr lang="en-IN" dirty="0" err="1"/>
              <a:t>lagega</a:t>
            </a:r>
            <a:r>
              <a:rPr lang="en-IN" dirty="0"/>
              <a:t> ki koi </a:t>
            </a:r>
            <a:r>
              <a:rPr lang="en-IN" dirty="0" err="1"/>
              <a:t>sazish</a:t>
            </a:r>
            <a:r>
              <a:rPr lang="en-IN" dirty="0"/>
              <a:t> </a:t>
            </a:r>
            <a:r>
              <a:rPr lang="en-IN" dirty="0" err="1"/>
              <a:t>kar</a:t>
            </a:r>
            <a:r>
              <a:rPr lang="en-IN" dirty="0"/>
              <a:t> </a:t>
            </a:r>
            <a:r>
              <a:rPr lang="en-IN" dirty="0" err="1"/>
              <a:t>raha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Life will be full of ups and down, </a:t>
            </a:r>
            <a:r>
              <a:rPr lang="en-IN" dirty="0" err="1"/>
              <a:t>kabhi</a:t>
            </a:r>
            <a:r>
              <a:rPr lang="en-IN" dirty="0"/>
              <a:t> bahut paisa and </a:t>
            </a:r>
            <a:r>
              <a:rPr lang="en-IN" dirty="0" err="1"/>
              <a:t>kabhi</a:t>
            </a:r>
            <a:r>
              <a:rPr lang="en-IN" dirty="0"/>
              <a:t> tangi</a:t>
            </a:r>
          </a:p>
          <a:p>
            <a:pPr lvl="1"/>
            <a:r>
              <a:rPr lang="en-IN" dirty="0" err="1"/>
              <a:t>Sasural</a:t>
            </a:r>
            <a:r>
              <a:rPr lang="en-IN" dirty="0"/>
              <a:t> </a:t>
            </a:r>
            <a:r>
              <a:rPr lang="en-IN" dirty="0" err="1"/>
              <a:t>mein</a:t>
            </a:r>
            <a:r>
              <a:rPr lang="en-IN" dirty="0"/>
              <a:t> </a:t>
            </a:r>
            <a:r>
              <a:rPr lang="en-IN" dirty="0" err="1"/>
              <a:t>nahi</a:t>
            </a:r>
            <a:r>
              <a:rPr lang="en-IN" dirty="0"/>
              <a:t> </a:t>
            </a:r>
            <a:r>
              <a:rPr lang="en-IN" dirty="0" err="1"/>
              <a:t>banegi</a:t>
            </a:r>
            <a:endParaRPr lang="en-IN" dirty="0"/>
          </a:p>
          <a:p>
            <a:pPr lvl="1"/>
            <a:r>
              <a:rPr lang="en-IN" dirty="0"/>
              <a:t>Gold </a:t>
            </a:r>
            <a:r>
              <a:rPr lang="en-IN" dirty="0" err="1"/>
              <a:t>bechna</a:t>
            </a:r>
            <a:r>
              <a:rPr lang="en-IN" dirty="0"/>
              <a:t> </a:t>
            </a:r>
            <a:r>
              <a:rPr lang="en-IN" dirty="0" err="1"/>
              <a:t>padta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 ye gold ki </a:t>
            </a:r>
            <a:r>
              <a:rPr lang="en-IN" dirty="0" err="1"/>
              <a:t>chori</a:t>
            </a:r>
            <a:r>
              <a:rPr lang="en-IN" dirty="0"/>
              <a:t> hui </a:t>
            </a:r>
            <a:r>
              <a:rPr lang="en-IN" dirty="0" err="1"/>
              <a:t>hoti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Nail </a:t>
            </a:r>
            <a:r>
              <a:rPr lang="en-IN" dirty="0" err="1"/>
              <a:t>bitting</a:t>
            </a:r>
            <a:r>
              <a:rPr lang="en-IN" dirty="0"/>
              <a:t> ki habit </a:t>
            </a:r>
            <a:r>
              <a:rPr lang="en-IN" dirty="0" err="1"/>
              <a:t>hogi</a:t>
            </a:r>
            <a:r>
              <a:rPr lang="en-IN" dirty="0"/>
              <a:t>.</a:t>
            </a:r>
          </a:p>
          <a:p>
            <a:pPr lvl="1"/>
            <a:r>
              <a:rPr lang="en-IN" dirty="0" err="1"/>
              <a:t>Gussa</a:t>
            </a:r>
            <a:r>
              <a:rPr lang="en-IN" dirty="0"/>
              <a:t> bahut </a:t>
            </a:r>
            <a:r>
              <a:rPr lang="en-IN" dirty="0" err="1"/>
              <a:t>tez</a:t>
            </a:r>
            <a:r>
              <a:rPr lang="en-IN" dirty="0"/>
              <a:t> </a:t>
            </a:r>
            <a:r>
              <a:rPr lang="en-IN" dirty="0" err="1"/>
              <a:t>hoga</a:t>
            </a:r>
            <a:r>
              <a:rPr lang="en-IN" dirty="0"/>
              <a:t>.</a:t>
            </a:r>
          </a:p>
          <a:p>
            <a:pPr lvl="1"/>
            <a:r>
              <a:rPr lang="en-IN" dirty="0" err="1"/>
              <a:t>Jeewan</a:t>
            </a:r>
            <a:r>
              <a:rPr lang="en-IN" dirty="0"/>
              <a:t> </a:t>
            </a:r>
            <a:r>
              <a:rPr lang="en-IN" dirty="0" err="1"/>
              <a:t>bhar</a:t>
            </a:r>
            <a:r>
              <a:rPr lang="en-IN" dirty="0"/>
              <a:t> pita se </a:t>
            </a:r>
            <a:r>
              <a:rPr lang="en-IN" dirty="0" err="1"/>
              <a:t>nahi</a:t>
            </a:r>
            <a:r>
              <a:rPr lang="en-IN" dirty="0"/>
              <a:t> </a:t>
            </a:r>
            <a:r>
              <a:rPr lang="en-IN" dirty="0" err="1"/>
              <a:t>banegi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Court cases </a:t>
            </a:r>
            <a:r>
              <a:rPr lang="en-IN" dirty="0" err="1"/>
              <a:t>mein</a:t>
            </a:r>
            <a:r>
              <a:rPr lang="en-IN" dirty="0"/>
              <a:t> bahut </a:t>
            </a:r>
            <a:r>
              <a:rPr lang="en-IN" dirty="0" err="1"/>
              <a:t>phansenge</a:t>
            </a:r>
            <a:r>
              <a:rPr lang="en-IN" dirty="0"/>
              <a:t>.</a:t>
            </a:r>
          </a:p>
          <a:p>
            <a:pPr lvl="1"/>
            <a:r>
              <a:rPr lang="en-IN" dirty="0" err="1"/>
              <a:t>Kharche</a:t>
            </a:r>
            <a:r>
              <a:rPr lang="en-IN" dirty="0"/>
              <a:t> bahut </a:t>
            </a:r>
            <a:r>
              <a:rPr lang="en-IN" dirty="0" err="1"/>
              <a:t>jyada</a:t>
            </a:r>
            <a:r>
              <a:rPr lang="en-IN" dirty="0"/>
              <a:t> </a:t>
            </a:r>
            <a:r>
              <a:rPr lang="en-IN" dirty="0" err="1"/>
              <a:t>honge</a:t>
            </a:r>
            <a:r>
              <a:rPr lang="en-IN" dirty="0"/>
              <a:t> and income less.</a:t>
            </a:r>
          </a:p>
          <a:p>
            <a:pPr lvl="1"/>
            <a:r>
              <a:rPr lang="en-IN" dirty="0"/>
              <a:t>Dost and family </a:t>
            </a:r>
            <a:r>
              <a:rPr lang="en-IN" dirty="0" err="1"/>
              <a:t>dhokha</a:t>
            </a:r>
            <a:r>
              <a:rPr lang="en-IN" dirty="0"/>
              <a:t> </a:t>
            </a:r>
            <a:r>
              <a:rPr lang="en-IN" dirty="0" err="1"/>
              <a:t>denge</a:t>
            </a:r>
            <a:r>
              <a:rPr lang="en-IN" dirty="0"/>
              <a:t>.</a:t>
            </a:r>
          </a:p>
          <a:p>
            <a:pPr lvl="1"/>
            <a:r>
              <a:rPr lang="en-IN" dirty="0" err="1"/>
              <a:t>Jaadu</a:t>
            </a:r>
            <a:r>
              <a:rPr lang="en-IN" dirty="0"/>
              <a:t> toona ka </a:t>
            </a:r>
            <a:r>
              <a:rPr lang="en-IN" dirty="0" err="1"/>
              <a:t>asar</a:t>
            </a:r>
            <a:r>
              <a:rPr lang="en-IN" dirty="0"/>
              <a:t> bahut </a:t>
            </a:r>
            <a:r>
              <a:rPr lang="en-IN" dirty="0" err="1"/>
              <a:t>jaldi</a:t>
            </a:r>
            <a:r>
              <a:rPr lang="en-IN" dirty="0"/>
              <a:t> </a:t>
            </a:r>
            <a:r>
              <a:rPr lang="en-IN" dirty="0" err="1"/>
              <a:t>hoga</a:t>
            </a:r>
            <a:r>
              <a:rPr lang="en-IN" dirty="0"/>
              <a:t>.</a:t>
            </a:r>
          </a:p>
          <a:p>
            <a:pPr lvl="1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E28386-3D10-AB03-FD28-729812964B85}"/>
              </a:ext>
            </a:extLst>
          </p:cNvPr>
          <p:cNvSpPr/>
          <p:nvPr/>
        </p:nvSpPr>
        <p:spPr>
          <a:xfrm>
            <a:off x="-3086" y="12395"/>
            <a:ext cx="12191179" cy="1029419"/>
          </a:xfrm>
          <a:prstGeom prst="rect">
            <a:avLst/>
          </a:prstGeom>
          <a:solidFill>
            <a:srgbClr val="0B5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F456D9D-1CE0-3CCF-B257-23229B8F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170" y="1153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FFF4E0"/>
                </a:solidFill>
                <a:latin typeface="Amasis MT Pro" panose="02040504050005020304" pitchFamily="18" charset="77"/>
              </a:rPr>
              <a:t>Prediction</a:t>
            </a: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C3BE7693-9F60-76BB-B9D9-01E765656501}"/>
              </a:ext>
            </a:extLst>
          </p:cNvPr>
          <p:cNvSpPr/>
          <p:nvPr/>
        </p:nvSpPr>
        <p:spPr>
          <a:xfrm>
            <a:off x="941" y="2282"/>
            <a:ext cx="4648463" cy="6859020"/>
          </a:xfrm>
          <a:prstGeom prst="rtTriangle">
            <a:avLst/>
          </a:prstGeom>
          <a:solidFill>
            <a:srgbClr val="D2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erson and person holding signs&#10;&#10;AI-generated content may be incorrect.">
            <a:extLst>
              <a:ext uri="{FF2B5EF4-FFF2-40B4-BE49-F238E27FC236}">
                <a16:creationId xmlns:a16="http://schemas.microsoft.com/office/drawing/2014/main" id="{FF69A007-B1D3-F1D7-4FA5-AB61609831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90" r="-379" b="127"/>
          <a:stretch>
            <a:fillRect/>
          </a:stretch>
        </p:blipFill>
        <p:spPr>
          <a:xfrm>
            <a:off x="2086" y="1441496"/>
            <a:ext cx="4533650" cy="531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92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B190-3E90-E251-AC3C-B4FE55751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2EF9C7-58E0-A891-81EB-D21B67D666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3F2A3-CA6B-7934-B528-8D402E663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252" y="1319937"/>
            <a:ext cx="6188993" cy="5263242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IN" dirty="0"/>
              <a:t>Skin related problems </a:t>
            </a:r>
            <a:r>
              <a:rPr lang="en-IN" dirty="0" err="1"/>
              <a:t>aayengi</a:t>
            </a:r>
            <a:endParaRPr lang="en-IN" dirty="0"/>
          </a:p>
          <a:p>
            <a:pPr lvl="1"/>
            <a:r>
              <a:rPr lang="en-IN" dirty="0"/>
              <a:t>Life </a:t>
            </a:r>
            <a:r>
              <a:rPr lang="en-IN" dirty="0" err="1"/>
              <a:t>mein</a:t>
            </a:r>
            <a:r>
              <a:rPr lang="en-IN" dirty="0"/>
              <a:t> paisa and luxury and females ka </a:t>
            </a:r>
            <a:r>
              <a:rPr lang="en-IN" dirty="0" err="1"/>
              <a:t>hamesha</a:t>
            </a:r>
            <a:r>
              <a:rPr lang="en-IN" dirty="0"/>
              <a:t> support </a:t>
            </a:r>
            <a:r>
              <a:rPr lang="en-IN" dirty="0" err="1"/>
              <a:t>milega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Paise </a:t>
            </a:r>
            <a:r>
              <a:rPr lang="en-IN" dirty="0" err="1"/>
              <a:t>dekar</a:t>
            </a:r>
            <a:r>
              <a:rPr lang="en-IN" dirty="0"/>
              <a:t> </a:t>
            </a:r>
            <a:r>
              <a:rPr lang="en-IN" dirty="0" err="1"/>
              <a:t>wapis</a:t>
            </a:r>
            <a:r>
              <a:rPr lang="en-IN" dirty="0"/>
              <a:t> </a:t>
            </a:r>
            <a:r>
              <a:rPr lang="en-IN" dirty="0" err="1"/>
              <a:t>nahi</a:t>
            </a:r>
            <a:r>
              <a:rPr lang="en-IN" dirty="0"/>
              <a:t> </a:t>
            </a:r>
            <a:r>
              <a:rPr lang="en-IN" dirty="0" err="1"/>
              <a:t>aate</a:t>
            </a:r>
            <a:r>
              <a:rPr lang="en-IN" dirty="0"/>
              <a:t> hain.</a:t>
            </a:r>
          </a:p>
          <a:p>
            <a:pPr lvl="1"/>
            <a:r>
              <a:rPr lang="en-IN" dirty="0"/>
              <a:t>Maan izzat </a:t>
            </a:r>
            <a:r>
              <a:rPr lang="en-IN" dirty="0" err="1"/>
              <a:t>kar</a:t>
            </a:r>
            <a:r>
              <a:rPr lang="en-IN" dirty="0"/>
              <a:t> par </a:t>
            </a:r>
            <a:r>
              <a:rPr lang="en-IN" dirty="0" err="1"/>
              <a:t>lanchan</a:t>
            </a:r>
            <a:r>
              <a:rPr lang="en-IN" dirty="0"/>
              <a:t> </a:t>
            </a:r>
            <a:r>
              <a:rPr lang="en-IN" dirty="0" err="1"/>
              <a:t>lagenge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Kaam </a:t>
            </a:r>
            <a:r>
              <a:rPr lang="en-IN" dirty="0" err="1"/>
              <a:t>mein</a:t>
            </a:r>
            <a:r>
              <a:rPr lang="en-IN" dirty="0"/>
              <a:t> </a:t>
            </a:r>
            <a:r>
              <a:rPr lang="en-IN" dirty="0" err="1"/>
              <a:t>uttar</a:t>
            </a:r>
            <a:r>
              <a:rPr lang="en-IN" dirty="0"/>
              <a:t> </a:t>
            </a:r>
            <a:r>
              <a:rPr lang="en-IN" dirty="0" err="1"/>
              <a:t>chadav</a:t>
            </a:r>
            <a:r>
              <a:rPr lang="en-IN" dirty="0"/>
              <a:t> </a:t>
            </a:r>
            <a:r>
              <a:rPr lang="en-IN" dirty="0" err="1"/>
              <a:t>laga</a:t>
            </a:r>
            <a:r>
              <a:rPr lang="en-IN" dirty="0"/>
              <a:t> </a:t>
            </a:r>
            <a:r>
              <a:rPr lang="en-IN" dirty="0" err="1"/>
              <a:t>rahega</a:t>
            </a:r>
            <a:r>
              <a:rPr lang="en-IN" dirty="0"/>
              <a:t> – peak par </a:t>
            </a:r>
            <a:r>
              <a:rPr lang="en-IN" dirty="0" err="1"/>
              <a:t>kaam</a:t>
            </a:r>
            <a:r>
              <a:rPr lang="en-IN" dirty="0"/>
              <a:t> </a:t>
            </a:r>
            <a:r>
              <a:rPr lang="en-IN" dirty="0" err="1"/>
              <a:t>jayega</a:t>
            </a:r>
            <a:r>
              <a:rPr lang="en-IN" dirty="0"/>
              <a:t>, josh </a:t>
            </a:r>
            <a:r>
              <a:rPr lang="en-IN" dirty="0" err="1"/>
              <a:t>bhi</a:t>
            </a:r>
            <a:r>
              <a:rPr lang="en-IN" dirty="0"/>
              <a:t> bahut </a:t>
            </a:r>
            <a:r>
              <a:rPr lang="en-IN" dirty="0" err="1"/>
              <a:t>lagega</a:t>
            </a:r>
            <a:r>
              <a:rPr lang="en-IN" dirty="0"/>
              <a:t>, </a:t>
            </a:r>
            <a:r>
              <a:rPr lang="en-IN" dirty="0" err="1"/>
              <a:t>phir</a:t>
            </a:r>
            <a:r>
              <a:rPr lang="en-IN" dirty="0"/>
              <a:t> </a:t>
            </a:r>
            <a:r>
              <a:rPr lang="en-IN" dirty="0" err="1"/>
              <a:t>kaam</a:t>
            </a:r>
            <a:r>
              <a:rPr lang="en-IN" dirty="0"/>
              <a:t> and josh </a:t>
            </a:r>
            <a:r>
              <a:rPr lang="en-IN" dirty="0" err="1"/>
              <a:t>dono</a:t>
            </a:r>
            <a:r>
              <a:rPr lang="en-IN" dirty="0"/>
              <a:t> </a:t>
            </a:r>
            <a:r>
              <a:rPr lang="en-IN" dirty="0" err="1"/>
              <a:t>kum</a:t>
            </a:r>
            <a:r>
              <a:rPr lang="en-IN" dirty="0"/>
              <a:t> </a:t>
            </a:r>
            <a:r>
              <a:rPr lang="en-IN" dirty="0" err="1"/>
              <a:t>ho</a:t>
            </a:r>
            <a:r>
              <a:rPr lang="en-IN" dirty="0"/>
              <a:t> </a:t>
            </a:r>
            <a:r>
              <a:rPr lang="en-IN" dirty="0" err="1"/>
              <a:t>jaate</a:t>
            </a:r>
            <a:r>
              <a:rPr lang="en-IN" dirty="0"/>
              <a:t> hain.</a:t>
            </a:r>
          </a:p>
          <a:p>
            <a:pPr lvl="1"/>
            <a:r>
              <a:rPr lang="en-IN" dirty="0"/>
              <a:t>Samay </a:t>
            </a:r>
            <a:r>
              <a:rPr lang="en-IN" dirty="0" err="1"/>
              <a:t>samay</a:t>
            </a:r>
            <a:r>
              <a:rPr lang="en-IN" dirty="0"/>
              <a:t> par </a:t>
            </a:r>
            <a:r>
              <a:rPr lang="en-IN" dirty="0" err="1"/>
              <a:t>kaam</a:t>
            </a:r>
            <a:r>
              <a:rPr lang="en-IN" dirty="0"/>
              <a:t> </a:t>
            </a:r>
            <a:r>
              <a:rPr lang="en-IN" dirty="0" err="1"/>
              <a:t>badalne</a:t>
            </a:r>
            <a:r>
              <a:rPr lang="en-IN" dirty="0"/>
              <a:t> </a:t>
            </a:r>
            <a:r>
              <a:rPr lang="en-IN" dirty="0" err="1"/>
              <a:t>padte</a:t>
            </a:r>
            <a:r>
              <a:rPr lang="en-IN" dirty="0"/>
              <a:t> hain.</a:t>
            </a:r>
          </a:p>
          <a:p>
            <a:pPr lvl="1"/>
            <a:r>
              <a:rPr lang="en-IN" dirty="0"/>
              <a:t>Life </a:t>
            </a:r>
            <a:r>
              <a:rPr lang="en-IN" dirty="0" err="1"/>
              <a:t>mein</a:t>
            </a:r>
            <a:r>
              <a:rPr lang="en-IN" dirty="0"/>
              <a:t> gadi </a:t>
            </a:r>
            <a:r>
              <a:rPr lang="en-IN" dirty="0" err="1"/>
              <a:t>ya</a:t>
            </a:r>
            <a:r>
              <a:rPr lang="en-IN" dirty="0"/>
              <a:t> bike ka accident </a:t>
            </a:r>
            <a:r>
              <a:rPr lang="en-IN" dirty="0" err="1"/>
              <a:t>zarur</a:t>
            </a:r>
            <a:r>
              <a:rPr lang="en-IN" dirty="0"/>
              <a:t> </a:t>
            </a:r>
            <a:r>
              <a:rPr lang="en-IN" dirty="0" err="1"/>
              <a:t>hua</a:t>
            </a:r>
            <a:r>
              <a:rPr lang="en-IN" dirty="0"/>
              <a:t> </a:t>
            </a:r>
            <a:r>
              <a:rPr lang="en-IN" dirty="0" err="1"/>
              <a:t>hoga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Bante </a:t>
            </a:r>
            <a:r>
              <a:rPr lang="en-IN" dirty="0" err="1"/>
              <a:t>bante</a:t>
            </a:r>
            <a:r>
              <a:rPr lang="en-IN" dirty="0"/>
              <a:t> </a:t>
            </a:r>
            <a:r>
              <a:rPr lang="en-IN" dirty="0" err="1"/>
              <a:t>kaam</a:t>
            </a:r>
            <a:r>
              <a:rPr lang="en-IN" dirty="0"/>
              <a:t> </a:t>
            </a:r>
            <a:r>
              <a:rPr lang="en-IN" dirty="0" err="1"/>
              <a:t>atak</a:t>
            </a:r>
            <a:r>
              <a:rPr lang="en-IN" dirty="0"/>
              <a:t> </a:t>
            </a:r>
            <a:r>
              <a:rPr lang="en-IN" dirty="0" err="1"/>
              <a:t>jana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Log </a:t>
            </a:r>
            <a:r>
              <a:rPr lang="en-IN" dirty="0" err="1"/>
              <a:t>aapke</a:t>
            </a:r>
            <a:r>
              <a:rPr lang="en-IN" dirty="0"/>
              <a:t> </a:t>
            </a:r>
            <a:r>
              <a:rPr lang="en-IN" dirty="0" err="1"/>
              <a:t>sukh</a:t>
            </a:r>
            <a:r>
              <a:rPr lang="en-IN" dirty="0"/>
              <a:t> se </a:t>
            </a:r>
            <a:r>
              <a:rPr lang="en-IN" dirty="0" err="1"/>
              <a:t>dukhi</a:t>
            </a:r>
            <a:r>
              <a:rPr lang="en-IN" dirty="0"/>
              <a:t> </a:t>
            </a:r>
            <a:r>
              <a:rPr lang="en-IN" dirty="0" err="1"/>
              <a:t>hote</a:t>
            </a:r>
            <a:r>
              <a:rPr lang="en-IN" dirty="0"/>
              <a:t> hain.</a:t>
            </a:r>
          </a:p>
          <a:p>
            <a:pPr lvl="1"/>
            <a:r>
              <a:rPr lang="en-IN" dirty="0"/>
              <a:t>Business </a:t>
            </a:r>
            <a:r>
              <a:rPr lang="en-IN" dirty="0" err="1"/>
              <a:t>mein</a:t>
            </a:r>
            <a:r>
              <a:rPr lang="en-IN" dirty="0"/>
              <a:t> </a:t>
            </a:r>
            <a:r>
              <a:rPr lang="en-IN" dirty="0" err="1"/>
              <a:t>hisaab</a:t>
            </a:r>
            <a:r>
              <a:rPr lang="en-IN" dirty="0"/>
              <a:t> kitab ka </a:t>
            </a:r>
            <a:r>
              <a:rPr lang="en-IN" dirty="0" err="1"/>
              <a:t>dhyaan</a:t>
            </a:r>
            <a:r>
              <a:rPr lang="en-IN" dirty="0"/>
              <a:t> </a:t>
            </a:r>
            <a:r>
              <a:rPr lang="en-IN" dirty="0" err="1"/>
              <a:t>nahi</a:t>
            </a:r>
            <a:r>
              <a:rPr lang="en-IN" dirty="0"/>
              <a:t> </a:t>
            </a:r>
            <a:r>
              <a:rPr lang="en-IN" dirty="0" err="1"/>
              <a:t>rakhte</a:t>
            </a:r>
            <a:r>
              <a:rPr lang="en-IN" dirty="0"/>
              <a:t> hain.</a:t>
            </a:r>
          </a:p>
          <a:p>
            <a:pPr lvl="1"/>
            <a:r>
              <a:rPr lang="en-IN" dirty="0"/>
              <a:t>Is </a:t>
            </a:r>
            <a:r>
              <a:rPr lang="en-IN" dirty="0" err="1"/>
              <a:t>saal</a:t>
            </a:r>
            <a:r>
              <a:rPr lang="en-IN" dirty="0"/>
              <a:t> </a:t>
            </a:r>
            <a:r>
              <a:rPr lang="en-IN" dirty="0" err="1"/>
              <a:t>mein</a:t>
            </a:r>
            <a:r>
              <a:rPr lang="en-IN" dirty="0"/>
              <a:t> </a:t>
            </a:r>
            <a:r>
              <a:rPr lang="en-IN" dirty="0" err="1"/>
              <a:t>naye</a:t>
            </a:r>
            <a:r>
              <a:rPr lang="en-IN" dirty="0"/>
              <a:t> </a:t>
            </a:r>
            <a:r>
              <a:rPr lang="en-IN" dirty="0" err="1"/>
              <a:t>ghar</a:t>
            </a:r>
            <a:r>
              <a:rPr lang="en-IN" dirty="0"/>
              <a:t> </a:t>
            </a:r>
            <a:r>
              <a:rPr lang="en-IN" dirty="0" err="1"/>
              <a:t>ya</a:t>
            </a:r>
            <a:r>
              <a:rPr lang="en-IN" dirty="0"/>
              <a:t> renovation ka </a:t>
            </a:r>
            <a:r>
              <a:rPr lang="en-IN" dirty="0" err="1"/>
              <a:t>yog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Videsh se </a:t>
            </a:r>
            <a:r>
              <a:rPr lang="en-IN" dirty="0" err="1"/>
              <a:t>dhan</a:t>
            </a:r>
            <a:r>
              <a:rPr lang="en-IN" dirty="0"/>
              <a:t> </a:t>
            </a:r>
            <a:r>
              <a:rPr lang="en-IN" dirty="0" err="1"/>
              <a:t>phalega</a:t>
            </a:r>
            <a:r>
              <a:rPr lang="en-IN" dirty="0"/>
              <a:t>.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17BF0A-2E9B-503B-DDDE-5B2987B2371D}"/>
              </a:ext>
            </a:extLst>
          </p:cNvPr>
          <p:cNvSpPr/>
          <p:nvPr/>
        </p:nvSpPr>
        <p:spPr>
          <a:xfrm>
            <a:off x="-3086" y="12395"/>
            <a:ext cx="12191179" cy="1029419"/>
          </a:xfrm>
          <a:prstGeom prst="rect">
            <a:avLst/>
          </a:prstGeom>
          <a:solidFill>
            <a:srgbClr val="0B5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42EDD1-439C-E668-D2A5-777BB5C1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170" y="1153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FFF4E0"/>
                </a:solidFill>
                <a:latin typeface="Amasis MT Pro" panose="02040504050005020304" pitchFamily="18" charset="77"/>
              </a:rPr>
              <a:t>Prediction to be </a:t>
            </a:r>
            <a:r>
              <a:rPr lang="en-IN" dirty="0" err="1">
                <a:solidFill>
                  <a:srgbClr val="FFF4E0"/>
                </a:solidFill>
                <a:latin typeface="Amasis MT Pro" panose="02040504050005020304" pitchFamily="18" charset="77"/>
              </a:rPr>
              <a:t>contd</a:t>
            </a:r>
            <a:r>
              <a:rPr lang="en-IN" dirty="0">
                <a:solidFill>
                  <a:srgbClr val="FFF4E0"/>
                </a:solidFill>
                <a:latin typeface="Amasis MT Pro" panose="02040504050005020304" pitchFamily="18" charset="77"/>
              </a:rPr>
              <a:t>…..</a:t>
            </a: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B011FACB-6EAE-80A0-BA8F-42B0909E5264}"/>
              </a:ext>
            </a:extLst>
          </p:cNvPr>
          <p:cNvSpPr/>
          <p:nvPr/>
        </p:nvSpPr>
        <p:spPr>
          <a:xfrm>
            <a:off x="941" y="2282"/>
            <a:ext cx="4648463" cy="6859020"/>
          </a:xfrm>
          <a:prstGeom prst="rtTriangle">
            <a:avLst/>
          </a:prstGeom>
          <a:solidFill>
            <a:srgbClr val="D2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erson and person holding signs&#10;&#10;AI-generated content may be incorrect.">
            <a:extLst>
              <a:ext uri="{FF2B5EF4-FFF2-40B4-BE49-F238E27FC236}">
                <a16:creationId xmlns:a16="http://schemas.microsoft.com/office/drawing/2014/main" id="{1D0112F4-9B49-48B9-1470-4787E166F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90" r="-379" b="127"/>
          <a:stretch>
            <a:fillRect/>
          </a:stretch>
        </p:blipFill>
        <p:spPr>
          <a:xfrm>
            <a:off x="2086" y="1441496"/>
            <a:ext cx="4533650" cy="531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4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B0852-ADD2-DD53-E08C-13977F8C5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9F5BEE-7285-B453-1331-F50EFE11B3CD}"/>
              </a:ext>
            </a:extLst>
          </p:cNvPr>
          <p:cNvSpPr/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BCA148-A5BB-674D-4B45-BBD566625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2D4BDC-1C04-EEA1-5674-31784F21C363}"/>
              </a:ext>
            </a:extLst>
          </p:cNvPr>
          <p:cNvSpPr/>
          <p:nvPr/>
        </p:nvSpPr>
        <p:spPr>
          <a:xfrm>
            <a:off x="-3086" y="-4426"/>
            <a:ext cx="12191179" cy="1029419"/>
          </a:xfrm>
          <a:prstGeom prst="rect">
            <a:avLst/>
          </a:prstGeom>
          <a:solidFill>
            <a:srgbClr val="0B5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776F305B-AE05-8A7E-1398-8B36EF523C2D}"/>
              </a:ext>
            </a:extLst>
          </p:cNvPr>
          <p:cNvSpPr/>
          <p:nvPr/>
        </p:nvSpPr>
        <p:spPr>
          <a:xfrm>
            <a:off x="941" y="2282"/>
            <a:ext cx="4648463" cy="6859020"/>
          </a:xfrm>
          <a:prstGeom prst="rtTriangle">
            <a:avLst/>
          </a:prstGeom>
          <a:solidFill>
            <a:srgbClr val="D2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14ACE34-2EA4-D564-CC7F-3AA499A03B32}"/>
              </a:ext>
            </a:extLst>
          </p:cNvPr>
          <p:cNvSpPr txBox="1">
            <a:spLocks/>
          </p:cNvSpPr>
          <p:nvPr/>
        </p:nvSpPr>
        <p:spPr>
          <a:xfrm>
            <a:off x="5472555" y="-928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err="1">
                <a:solidFill>
                  <a:srgbClr val="FFF4E0"/>
                </a:solidFill>
                <a:latin typeface="Amasis MT Pro" panose="02040504050005020304" pitchFamily="18" charset="77"/>
              </a:rPr>
              <a:t>Upay</a:t>
            </a:r>
            <a:r>
              <a:rPr lang="en-IN" dirty="0">
                <a:solidFill>
                  <a:srgbClr val="FFF4E0"/>
                </a:solidFill>
                <a:latin typeface="Amasis MT Pro" panose="02040504050005020304" pitchFamily="18" charset="77"/>
              </a:rPr>
              <a:t> as per </a:t>
            </a:r>
            <a:r>
              <a:rPr lang="en-IN" dirty="0" err="1">
                <a:solidFill>
                  <a:srgbClr val="FFF4E0"/>
                </a:solidFill>
                <a:latin typeface="Amasis MT Pro" panose="02040504050005020304" pitchFamily="18" charset="77"/>
              </a:rPr>
              <a:t>Kundli</a:t>
            </a:r>
            <a:endParaRPr lang="en-IN" dirty="0">
              <a:solidFill>
                <a:srgbClr val="FFF4E0"/>
              </a:solidFill>
              <a:latin typeface="Amasis MT Pro" panose="02040504050005020304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BF62F-3852-676D-3182-ED94EC98D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2633" y="1113448"/>
            <a:ext cx="6884689" cy="556495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Ujjain </a:t>
            </a:r>
            <a:r>
              <a:rPr lang="en-IN" sz="2000" dirty="0" err="1"/>
              <a:t>managal</a:t>
            </a:r>
            <a:r>
              <a:rPr lang="en-IN" sz="2000" dirty="0"/>
              <a:t> </a:t>
            </a:r>
            <a:r>
              <a:rPr lang="en-IN" sz="2000" dirty="0" err="1"/>
              <a:t>nath</a:t>
            </a:r>
            <a:r>
              <a:rPr lang="en-IN" sz="2000" dirty="0"/>
              <a:t> mandir </a:t>
            </a:r>
            <a:r>
              <a:rPr lang="en-IN" sz="2000" dirty="0" err="1"/>
              <a:t>mein</a:t>
            </a:r>
            <a:r>
              <a:rPr lang="en-IN" sz="2000" dirty="0"/>
              <a:t> mangal shanti pooja </a:t>
            </a:r>
            <a:r>
              <a:rPr lang="en-IN" sz="2000" dirty="0" err="1"/>
              <a:t>karein</a:t>
            </a:r>
            <a:r>
              <a:rPr lang="en-IN" sz="2000" dirty="0"/>
              <a:t>. Mangal shanti pooja </a:t>
            </a:r>
            <a:r>
              <a:rPr lang="en-IN" sz="2000" dirty="0" err="1"/>
              <a:t>ke</a:t>
            </a:r>
            <a:r>
              <a:rPr lang="en-IN" sz="2000" dirty="0"/>
              <a:t> </a:t>
            </a:r>
            <a:r>
              <a:rPr lang="en-IN" sz="2000" dirty="0" err="1"/>
              <a:t>baad</a:t>
            </a:r>
            <a:r>
              <a:rPr lang="en-IN" sz="2000" dirty="0"/>
              <a:t> Ujjain </a:t>
            </a:r>
            <a:r>
              <a:rPr lang="en-IN" sz="2000" dirty="0" err="1"/>
              <a:t>mein</a:t>
            </a:r>
            <a:r>
              <a:rPr lang="en-IN" sz="2000" dirty="0"/>
              <a:t> night stay </a:t>
            </a:r>
            <a:r>
              <a:rPr lang="en-IN" sz="2000" dirty="0" err="1"/>
              <a:t>nahi</a:t>
            </a:r>
            <a:r>
              <a:rPr lang="en-IN" sz="2000" dirty="0"/>
              <a:t> </a:t>
            </a:r>
            <a:r>
              <a:rPr lang="en-IN" sz="2000" dirty="0" err="1"/>
              <a:t>karna</a:t>
            </a:r>
            <a:r>
              <a:rPr lang="en-IN" sz="2000" dirty="0"/>
              <a:t> </a:t>
            </a:r>
            <a:r>
              <a:rPr lang="en-IN" sz="2000" dirty="0" err="1"/>
              <a:t>hai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 err="1"/>
              <a:t>Teerthyatra</a:t>
            </a:r>
            <a:r>
              <a:rPr lang="en-IN" sz="2000" dirty="0"/>
              <a:t> </a:t>
            </a:r>
            <a:r>
              <a:rPr lang="en-IN" sz="2000" dirty="0" err="1"/>
              <a:t>karein</a:t>
            </a:r>
            <a:r>
              <a:rPr lang="en-IN" sz="2000" dirty="0"/>
              <a:t> – </a:t>
            </a:r>
            <a:r>
              <a:rPr lang="en-IN" sz="2000" dirty="0" err="1"/>
              <a:t>pahado</a:t>
            </a:r>
            <a:r>
              <a:rPr lang="en-IN" sz="2000" dirty="0"/>
              <a:t> </a:t>
            </a:r>
            <a:r>
              <a:rPr lang="en-IN" sz="2000" dirty="0" err="1"/>
              <a:t>wali</a:t>
            </a:r>
            <a:r>
              <a:rPr lang="en-IN" sz="2000" dirty="0"/>
              <a:t> Devi </a:t>
            </a:r>
            <a:r>
              <a:rPr lang="en-IN" sz="2000" dirty="0" err="1"/>
              <a:t>ke</a:t>
            </a:r>
            <a:r>
              <a:rPr lang="en-IN" sz="2000" dirty="0"/>
              <a:t> mandir </a:t>
            </a:r>
            <a:r>
              <a:rPr lang="en-IN" sz="2000" dirty="0" err="1"/>
              <a:t>hokar</a:t>
            </a:r>
            <a:r>
              <a:rPr lang="en-IN" sz="2000" dirty="0"/>
              <a:t> </a:t>
            </a:r>
            <a:r>
              <a:rPr lang="en-IN" sz="2000" dirty="0" err="1"/>
              <a:t>aayein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Cherry wale buns dogs ko </a:t>
            </a:r>
            <a:r>
              <a:rPr lang="en-IN" sz="2000" dirty="0" err="1"/>
              <a:t>khilayein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3 dhatu ka </a:t>
            </a:r>
            <a:r>
              <a:rPr lang="en-IN" sz="2000" dirty="0" err="1"/>
              <a:t>challa</a:t>
            </a:r>
            <a:r>
              <a:rPr lang="en-IN" sz="2000" dirty="0"/>
              <a:t> </a:t>
            </a:r>
            <a:r>
              <a:rPr lang="en-IN" sz="2000" dirty="0" err="1"/>
              <a:t>pehne</a:t>
            </a:r>
            <a:r>
              <a:rPr lang="en-IN" sz="2000" dirty="0"/>
              <a:t> – 1gm </a:t>
            </a:r>
            <a:r>
              <a:rPr lang="en-IN" sz="2000" dirty="0" err="1"/>
              <a:t>sona</a:t>
            </a:r>
            <a:r>
              <a:rPr lang="en-IN" sz="2000" dirty="0"/>
              <a:t>, 1 gm </a:t>
            </a:r>
            <a:r>
              <a:rPr lang="en-IN" sz="2000" dirty="0" err="1"/>
              <a:t>chandi</a:t>
            </a:r>
            <a:r>
              <a:rPr lang="en-IN" sz="2000" dirty="0"/>
              <a:t>, 1 gm </a:t>
            </a:r>
            <a:r>
              <a:rPr lang="en-IN" sz="2000" dirty="0" err="1"/>
              <a:t>tamba</a:t>
            </a:r>
            <a:r>
              <a:rPr lang="en-IN" sz="2000" dirty="0"/>
              <a:t>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3 </a:t>
            </a:r>
            <a:r>
              <a:rPr lang="en-IN" sz="2000" dirty="0" err="1"/>
              <a:t>kele</a:t>
            </a:r>
            <a:r>
              <a:rPr lang="en-IN" sz="2000" dirty="0"/>
              <a:t> – 3 din - 3 brahmin ko </a:t>
            </a:r>
            <a:r>
              <a:rPr lang="en-IN" sz="2000" dirty="0" err="1"/>
              <a:t>dein</a:t>
            </a:r>
            <a:r>
              <a:rPr lang="en-IN" sz="2000" dirty="0"/>
              <a:t> – Thursday.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Hospital </a:t>
            </a:r>
            <a:r>
              <a:rPr lang="en-IN" sz="2000" dirty="0" err="1"/>
              <a:t>mein</a:t>
            </a:r>
            <a:r>
              <a:rPr lang="en-IN" sz="2000" dirty="0"/>
              <a:t> 6 </a:t>
            </a:r>
            <a:r>
              <a:rPr lang="en-IN" sz="2000" dirty="0" err="1"/>
              <a:t>pani</a:t>
            </a:r>
            <a:r>
              <a:rPr lang="en-IN" sz="2000" dirty="0"/>
              <a:t> ki bottle, 6 din Gareeb ko </a:t>
            </a:r>
            <a:r>
              <a:rPr lang="en-IN" sz="2000" dirty="0" err="1"/>
              <a:t>daan</a:t>
            </a:r>
            <a:r>
              <a:rPr lang="en-IN" sz="2000" dirty="0"/>
              <a:t> </a:t>
            </a:r>
            <a:r>
              <a:rPr lang="en-IN" sz="2000" dirty="0" err="1"/>
              <a:t>dein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 err="1"/>
              <a:t>Pakshiyon</a:t>
            </a:r>
            <a:r>
              <a:rPr lang="en-IN" sz="2000" dirty="0"/>
              <a:t> ko </a:t>
            </a:r>
            <a:r>
              <a:rPr lang="en-IN" sz="2000" dirty="0" err="1"/>
              <a:t>hari</a:t>
            </a:r>
            <a:r>
              <a:rPr lang="en-IN" sz="2000" dirty="0"/>
              <a:t> moong ki </a:t>
            </a:r>
            <a:r>
              <a:rPr lang="en-IN" sz="2000" dirty="0" err="1"/>
              <a:t>daal</a:t>
            </a:r>
            <a:r>
              <a:rPr lang="en-IN" sz="2000" dirty="0"/>
              <a:t> </a:t>
            </a:r>
            <a:r>
              <a:rPr lang="en-IN" sz="2000" dirty="0" err="1"/>
              <a:t>daalein</a:t>
            </a:r>
            <a:r>
              <a:rPr lang="en-IN" sz="2000" dirty="0"/>
              <a:t> – 43 days, start from Wednesday.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Hanuman ji ki pooja </a:t>
            </a:r>
            <a:r>
              <a:rPr lang="en-IN" sz="2000" dirty="0" err="1"/>
              <a:t>karein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South and South east </a:t>
            </a:r>
            <a:r>
              <a:rPr lang="en-IN" sz="2000" dirty="0" err="1"/>
              <a:t>saaf</a:t>
            </a:r>
            <a:r>
              <a:rPr lang="en-IN" sz="2000" dirty="0"/>
              <a:t> </a:t>
            </a:r>
            <a:r>
              <a:rPr lang="en-IN" sz="2000" dirty="0" err="1"/>
              <a:t>rakhein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Billi ki jail orange </a:t>
            </a:r>
            <a:r>
              <a:rPr lang="en-IN" sz="2000" dirty="0" err="1"/>
              <a:t>color</a:t>
            </a:r>
            <a:r>
              <a:rPr lang="en-IN" sz="2000" dirty="0"/>
              <a:t> </a:t>
            </a:r>
            <a:r>
              <a:rPr lang="en-IN" sz="2000" dirty="0" err="1"/>
              <a:t>ke</a:t>
            </a:r>
            <a:r>
              <a:rPr lang="en-IN" sz="2000" dirty="0"/>
              <a:t> </a:t>
            </a:r>
            <a:r>
              <a:rPr lang="en-IN" sz="2000" dirty="0" err="1"/>
              <a:t>kapde</a:t>
            </a:r>
            <a:r>
              <a:rPr lang="en-IN" sz="2000" dirty="0"/>
              <a:t> </a:t>
            </a:r>
            <a:r>
              <a:rPr lang="en-IN" sz="2000" dirty="0" err="1"/>
              <a:t>mein</a:t>
            </a:r>
            <a:r>
              <a:rPr lang="en-IN" sz="2000" dirty="0"/>
              <a:t> </a:t>
            </a:r>
            <a:r>
              <a:rPr lang="en-IN" sz="2000" dirty="0" err="1"/>
              <a:t>rakh</a:t>
            </a:r>
            <a:r>
              <a:rPr lang="en-IN" sz="2000" dirty="0"/>
              <a:t> </a:t>
            </a:r>
            <a:r>
              <a:rPr lang="en-IN" sz="2000" dirty="0" err="1"/>
              <a:t>sakte</a:t>
            </a:r>
            <a:r>
              <a:rPr lang="en-IN" sz="2000" dirty="0"/>
              <a:t> hain.</a:t>
            </a:r>
          </a:p>
          <a:p>
            <a:pPr marL="457200" lvl="1" indent="0">
              <a:buNone/>
            </a:pPr>
            <a:endParaRPr lang="en-IN" sz="2000" dirty="0"/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Gale </a:t>
            </a:r>
            <a:r>
              <a:rPr lang="en-IN" sz="2000" dirty="0" err="1"/>
              <a:t>mein</a:t>
            </a:r>
            <a:r>
              <a:rPr lang="en-IN" sz="2000" dirty="0"/>
              <a:t> sone ki chain </a:t>
            </a:r>
            <a:r>
              <a:rPr lang="en-IN" sz="2000" dirty="0" err="1"/>
              <a:t>phene</a:t>
            </a:r>
            <a:endParaRPr lang="en-IN" sz="2000" dirty="0"/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Branded perfume use </a:t>
            </a:r>
            <a:r>
              <a:rPr lang="en-IN" sz="2000" dirty="0" err="1"/>
              <a:t>karein</a:t>
            </a:r>
            <a:endParaRPr lang="en-IN" sz="2000" dirty="0"/>
          </a:p>
          <a:p>
            <a:pPr marL="914400" lvl="1" indent="-457200">
              <a:buFont typeface="+mj-lt"/>
              <a:buAutoNum type="arabicPeriod"/>
            </a:pPr>
            <a:r>
              <a:rPr lang="en-IN" sz="2000" dirty="0" err="1"/>
              <a:t>Gyming</a:t>
            </a:r>
            <a:r>
              <a:rPr lang="en-IN" sz="2000" dirty="0"/>
              <a:t> </a:t>
            </a:r>
            <a:r>
              <a:rPr lang="en-IN" sz="2000" dirty="0" err="1"/>
              <a:t>karein</a:t>
            </a:r>
            <a:r>
              <a:rPr lang="en-IN" sz="2000" dirty="0"/>
              <a:t>, </a:t>
            </a:r>
            <a:r>
              <a:rPr lang="en-IN" sz="2000" dirty="0" err="1"/>
              <a:t>tez</a:t>
            </a:r>
            <a:r>
              <a:rPr lang="en-IN" sz="2000" dirty="0"/>
              <a:t> walk </a:t>
            </a:r>
            <a:r>
              <a:rPr lang="en-IN" sz="2000" dirty="0" err="1"/>
              <a:t>karein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 err="1"/>
              <a:t>Apni</a:t>
            </a:r>
            <a:r>
              <a:rPr lang="en-IN" sz="2000" dirty="0"/>
              <a:t> </a:t>
            </a:r>
            <a:r>
              <a:rPr lang="en-IN" sz="2000" dirty="0" err="1"/>
              <a:t>baatein</a:t>
            </a:r>
            <a:r>
              <a:rPr lang="en-IN" sz="2000" dirty="0"/>
              <a:t> confidential </a:t>
            </a:r>
            <a:r>
              <a:rPr lang="en-IN" sz="2000" dirty="0" err="1"/>
              <a:t>rakhein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Paani, </a:t>
            </a:r>
            <a:r>
              <a:rPr lang="en-IN" sz="2000" dirty="0" err="1"/>
              <a:t>doodh</a:t>
            </a:r>
            <a:r>
              <a:rPr lang="en-IN" sz="2000" dirty="0"/>
              <a:t>, </a:t>
            </a:r>
            <a:r>
              <a:rPr lang="en-IN" sz="2000" dirty="0" err="1"/>
              <a:t>dahi</a:t>
            </a:r>
            <a:r>
              <a:rPr lang="en-IN" sz="2000" dirty="0"/>
              <a:t>, chawal </a:t>
            </a:r>
            <a:r>
              <a:rPr lang="en-IN" sz="2000" dirty="0" err="1"/>
              <a:t>daan</a:t>
            </a:r>
            <a:r>
              <a:rPr lang="en-IN" sz="2000" dirty="0"/>
              <a:t> </a:t>
            </a:r>
            <a:r>
              <a:rPr lang="en-IN" sz="2000" dirty="0" err="1"/>
              <a:t>mein</a:t>
            </a:r>
            <a:r>
              <a:rPr lang="en-IN" sz="2000" dirty="0"/>
              <a:t> </a:t>
            </a:r>
            <a:r>
              <a:rPr lang="en-IN" sz="2000" dirty="0" err="1"/>
              <a:t>na</a:t>
            </a:r>
            <a:r>
              <a:rPr lang="en-IN" sz="2000" dirty="0"/>
              <a:t> </a:t>
            </a:r>
            <a:r>
              <a:rPr lang="en-IN" sz="2000" dirty="0" err="1"/>
              <a:t>dein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Ghar </a:t>
            </a:r>
            <a:r>
              <a:rPr lang="en-IN" sz="2000" dirty="0" err="1"/>
              <a:t>mein</a:t>
            </a:r>
            <a:r>
              <a:rPr lang="en-IN" sz="2000" dirty="0"/>
              <a:t> </a:t>
            </a:r>
            <a:r>
              <a:rPr lang="en-IN" sz="2000" dirty="0" err="1"/>
              <a:t>dhuan</a:t>
            </a:r>
            <a:r>
              <a:rPr lang="en-IN" sz="2000" dirty="0"/>
              <a:t> </a:t>
            </a:r>
            <a:r>
              <a:rPr lang="en-IN" sz="2000" dirty="0" err="1"/>
              <a:t>na</a:t>
            </a:r>
            <a:r>
              <a:rPr lang="en-IN" sz="2000" dirty="0"/>
              <a:t> </a:t>
            </a:r>
            <a:r>
              <a:rPr lang="en-IN" sz="2000" dirty="0" err="1"/>
              <a:t>karein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Ghar </a:t>
            </a:r>
            <a:r>
              <a:rPr lang="en-IN" sz="2000" dirty="0" err="1"/>
              <a:t>mein</a:t>
            </a:r>
            <a:r>
              <a:rPr lang="en-IN" sz="2000" dirty="0"/>
              <a:t> bade </a:t>
            </a:r>
            <a:r>
              <a:rPr lang="en-IN" sz="2000" dirty="0" err="1"/>
              <a:t>patton</a:t>
            </a:r>
            <a:r>
              <a:rPr lang="en-IN" sz="2000" dirty="0"/>
              <a:t> wale money plant </a:t>
            </a:r>
            <a:r>
              <a:rPr lang="en-IN" sz="2000" dirty="0" err="1"/>
              <a:t>na</a:t>
            </a:r>
            <a:r>
              <a:rPr lang="en-IN" sz="2000" dirty="0"/>
              <a:t> </a:t>
            </a:r>
            <a:r>
              <a:rPr lang="en-IN" sz="2000" dirty="0" err="1"/>
              <a:t>lagayein</a:t>
            </a:r>
            <a:r>
              <a:rPr lang="en-IN" sz="2000" dirty="0"/>
              <a:t>, </a:t>
            </a:r>
            <a:r>
              <a:rPr lang="en-IN" sz="2000" dirty="0" err="1"/>
              <a:t>chote</a:t>
            </a:r>
            <a:r>
              <a:rPr lang="en-IN" sz="2000" dirty="0"/>
              <a:t> </a:t>
            </a:r>
            <a:r>
              <a:rPr lang="en-IN" sz="2000" dirty="0" err="1"/>
              <a:t>patton</a:t>
            </a:r>
            <a:r>
              <a:rPr lang="en-IN" sz="2000" dirty="0"/>
              <a:t> wale money plant </a:t>
            </a:r>
            <a:r>
              <a:rPr lang="en-IN" sz="2000" dirty="0" err="1"/>
              <a:t>lagayein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Ghar </a:t>
            </a:r>
            <a:r>
              <a:rPr lang="en-IN" sz="2000" dirty="0" err="1"/>
              <a:t>mein</a:t>
            </a:r>
            <a:r>
              <a:rPr lang="en-IN" sz="2000" dirty="0"/>
              <a:t> pooja </a:t>
            </a:r>
            <a:r>
              <a:rPr lang="en-IN" sz="2000" dirty="0" err="1"/>
              <a:t>bhi</a:t>
            </a:r>
            <a:r>
              <a:rPr lang="en-IN" sz="2000" dirty="0"/>
              <a:t> </a:t>
            </a:r>
            <a:r>
              <a:rPr lang="en-IN" sz="2000" dirty="0" err="1"/>
              <a:t>rakh</a:t>
            </a:r>
            <a:r>
              <a:rPr lang="en-IN" sz="2000" dirty="0"/>
              <a:t> </a:t>
            </a:r>
            <a:r>
              <a:rPr lang="en-IN" sz="2000" dirty="0" err="1"/>
              <a:t>na</a:t>
            </a:r>
            <a:r>
              <a:rPr lang="en-IN" sz="2000" dirty="0"/>
              <a:t> </a:t>
            </a:r>
            <a:r>
              <a:rPr lang="en-IN" sz="2000" dirty="0" err="1"/>
              <a:t>rakhein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Kisi se prasad </a:t>
            </a:r>
            <a:r>
              <a:rPr lang="en-IN" sz="2000" dirty="0" err="1"/>
              <a:t>na</a:t>
            </a:r>
            <a:r>
              <a:rPr lang="en-IN" sz="2000" dirty="0"/>
              <a:t> </a:t>
            </a:r>
            <a:r>
              <a:rPr lang="en-IN" sz="2000" dirty="0" err="1"/>
              <a:t>lein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Ghar ki </a:t>
            </a:r>
            <a:r>
              <a:rPr lang="en-IN" sz="2000" dirty="0" err="1"/>
              <a:t>achi</a:t>
            </a:r>
            <a:r>
              <a:rPr lang="en-IN" sz="2000" dirty="0"/>
              <a:t> </a:t>
            </a:r>
            <a:r>
              <a:rPr lang="en-IN" sz="2000" dirty="0" err="1"/>
              <a:t>safai</a:t>
            </a:r>
            <a:r>
              <a:rPr lang="en-IN" sz="2000" dirty="0"/>
              <a:t> </a:t>
            </a:r>
            <a:r>
              <a:rPr lang="en-IN" sz="2000" dirty="0" err="1"/>
              <a:t>karwayein</a:t>
            </a:r>
            <a:r>
              <a:rPr lang="en-IN" sz="2000" dirty="0"/>
              <a:t>, unused items/ </a:t>
            </a:r>
            <a:r>
              <a:rPr lang="en-IN" sz="2000" dirty="0" err="1"/>
              <a:t>toota</a:t>
            </a:r>
            <a:r>
              <a:rPr lang="en-IN" sz="2000" dirty="0"/>
              <a:t> </a:t>
            </a:r>
            <a:r>
              <a:rPr lang="en-IN" sz="2000" dirty="0" err="1"/>
              <a:t>foota</a:t>
            </a:r>
            <a:r>
              <a:rPr lang="en-IN" sz="2000" dirty="0"/>
              <a:t> </a:t>
            </a:r>
            <a:r>
              <a:rPr lang="en-IN" sz="2000" dirty="0" err="1"/>
              <a:t>samaan</a:t>
            </a:r>
            <a:r>
              <a:rPr lang="en-IN" sz="2000" dirty="0"/>
              <a:t> furniture </a:t>
            </a:r>
            <a:r>
              <a:rPr lang="en-IN" sz="2000" dirty="0" err="1"/>
              <a:t>nikal</a:t>
            </a:r>
            <a:r>
              <a:rPr lang="en-IN" sz="2000" dirty="0"/>
              <a:t> </a:t>
            </a:r>
            <a:r>
              <a:rPr lang="en-IN" sz="2000" dirty="0" err="1"/>
              <a:t>dein</a:t>
            </a:r>
            <a:endParaRPr lang="en-IN" sz="2000" dirty="0"/>
          </a:p>
          <a:p>
            <a:pPr marL="914400" lvl="1" indent="-457200">
              <a:buFont typeface="+mj-lt"/>
              <a:buAutoNum type="arabicPeriod"/>
            </a:pPr>
            <a:r>
              <a:rPr lang="en-IN" sz="2000" dirty="0" err="1"/>
              <a:t>Apne</a:t>
            </a:r>
            <a:r>
              <a:rPr lang="en-IN" sz="2000" dirty="0"/>
              <a:t> dada </a:t>
            </a:r>
            <a:r>
              <a:rPr lang="en-IN" sz="2000" dirty="0" err="1"/>
              <a:t>ke</a:t>
            </a:r>
            <a:r>
              <a:rPr lang="en-IN" sz="2000" dirty="0"/>
              <a:t> naam par </a:t>
            </a:r>
            <a:r>
              <a:rPr lang="en-IN" sz="2000" dirty="0" err="1"/>
              <a:t>kaam</a:t>
            </a:r>
            <a:r>
              <a:rPr lang="en-IN" sz="2000" dirty="0"/>
              <a:t> </a:t>
            </a:r>
            <a:r>
              <a:rPr lang="en-IN" sz="2000" dirty="0" err="1"/>
              <a:t>karein</a:t>
            </a:r>
            <a:r>
              <a:rPr lang="en-IN" sz="2000" dirty="0"/>
              <a:t> – </a:t>
            </a:r>
            <a:r>
              <a:rPr lang="en-IN" sz="2000" dirty="0" err="1"/>
              <a:t>vo</a:t>
            </a:r>
            <a:r>
              <a:rPr lang="en-IN" sz="2000" dirty="0"/>
              <a:t> phal </a:t>
            </a:r>
            <a:r>
              <a:rPr lang="en-IN" sz="2000" dirty="0" err="1"/>
              <a:t>dega</a:t>
            </a:r>
            <a:endParaRPr lang="en-IN" sz="2000" dirty="0"/>
          </a:p>
          <a:p>
            <a:pPr marL="914400" lvl="1" indent="-457200">
              <a:buFont typeface="+mj-lt"/>
              <a:buAutoNum type="arabicPeriod"/>
            </a:pPr>
            <a:r>
              <a:rPr lang="en-IN" sz="2000" dirty="0" err="1"/>
              <a:t>Videshi</a:t>
            </a:r>
            <a:r>
              <a:rPr lang="en-IN" sz="2000" dirty="0"/>
              <a:t> </a:t>
            </a:r>
            <a:r>
              <a:rPr lang="en-IN" sz="2000" dirty="0" err="1"/>
              <a:t>kaam</a:t>
            </a:r>
            <a:r>
              <a:rPr lang="en-IN" sz="2000" dirty="0"/>
              <a:t> suit Karega.</a:t>
            </a:r>
          </a:p>
          <a:p>
            <a:pPr lvl="1"/>
            <a:endParaRPr lang="en-IN" sz="2000" dirty="0"/>
          </a:p>
        </p:txBody>
      </p:sp>
      <p:pic>
        <p:nvPicPr>
          <p:cNvPr id="18" name="Picture 17" descr="A person holding a ball&#10;&#10;AI-generated content may be incorrect.">
            <a:extLst>
              <a:ext uri="{FF2B5EF4-FFF2-40B4-BE49-F238E27FC236}">
                <a16:creationId xmlns:a16="http://schemas.microsoft.com/office/drawing/2014/main" id="{B0C1D512-BD30-067E-E5E3-3C6567DDF1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19" b="585"/>
          <a:stretch>
            <a:fillRect/>
          </a:stretch>
        </p:blipFill>
        <p:spPr>
          <a:xfrm flipH="1">
            <a:off x="-7768" y="1232682"/>
            <a:ext cx="4109606" cy="562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22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02BBD-4300-37EB-B734-841FFB2D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F77A95-73F9-2754-6BCB-7639737120DF}"/>
              </a:ext>
            </a:extLst>
          </p:cNvPr>
          <p:cNvSpPr/>
          <p:nvPr/>
        </p:nvSpPr>
        <p:spPr>
          <a:xfrm>
            <a:off x="-3086" y="2281"/>
            <a:ext cx="12194145" cy="6860145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F8ADE5-0D38-1590-CBB9-3AD4AA09801E}"/>
              </a:ext>
            </a:extLst>
          </p:cNvPr>
          <p:cNvSpPr/>
          <p:nvPr/>
        </p:nvSpPr>
        <p:spPr>
          <a:xfrm>
            <a:off x="5876144" y="0"/>
            <a:ext cx="6315856" cy="6858000"/>
          </a:xfrm>
          <a:prstGeom prst="rect">
            <a:avLst/>
          </a:prstGeom>
          <a:solidFill>
            <a:srgbClr val="D2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5000" dirty="0">
              <a:latin typeface="Amasis MT Pro"/>
              <a:ea typeface="Calibri"/>
              <a:cs typeface="Calibri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C67CA18-0D6A-FAF0-5036-C1154FD068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1496"/>
          <a:stretch/>
        </p:blipFill>
        <p:spPr>
          <a:xfrm>
            <a:off x="9614920" y="4834012"/>
            <a:ext cx="2577081" cy="202684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B974FE5-F974-1041-B550-70AA13322577}"/>
              </a:ext>
            </a:extLst>
          </p:cNvPr>
          <p:cNvGrpSpPr/>
          <p:nvPr/>
        </p:nvGrpSpPr>
        <p:grpSpPr>
          <a:xfrm>
            <a:off x="392873" y="1717114"/>
            <a:ext cx="5317299" cy="2704699"/>
            <a:chOff x="2700337" y="1566862"/>
            <a:chExt cx="7624763" cy="3724275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62453C6-30A2-E8C0-F691-FD14EC1F85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00337" y="1566862"/>
              <a:ext cx="6791325" cy="372427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49C3EC9-580C-9AE5-41AC-C5EA6B7C5B08}"/>
                </a:ext>
              </a:extLst>
            </p:cNvPr>
            <p:cNvSpPr txBox="1"/>
            <p:nvPr/>
          </p:nvSpPr>
          <p:spPr>
            <a:xfrm>
              <a:off x="9396412" y="3190875"/>
              <a:ext cx="9286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>
                  <a:solidFill>
                    <a:srgbClr val="0B513C"/>
                  </a:solidFill>
                </a:rPr>
                <a:t>®</a:t>
              </a:r>
              <a:endParaRPr lang="en-US">
                <a:solidFill>
                  <a:srgbClr val="0B513C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5CB2ECF-49B8-5E87-B11A-A96C3C1BEB1B}"/>
                </a:ext>
              </a:extLst>
            </p:cNvPr>
            <p:cNvSpPr txBox="1"/>
            <p:nvPr/>
          </p:nvSpPr>
          <p:spPr>
            <a:xfrm>
              <a:off x="4330208" y="4656852"/>
              <a:ext cx="4945847" cy="61450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/>
              <a:r>
                <a:rPr lang="en-US" sz="2300" i="1">
                  <a:solidFill>
                    <a:srgbClr val="0B513C"/>
                  </a:solidFill>
                </a:rPr>
                <a:t>Unlock your destiny</a:t>
              </a:r>
              <a:endParaRPr lang="en-US" sz="2300" i="1">
                <a:solidFill>
                  <a:srgbClr val="0B513C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EECC3E8-2589-B3B5-4269-0EA85D67936F}"/>
              </a:ext>
            </a:extLst>
          </p:cNvPr>
          <p:cNvGrpSpPr/>
          <p:nvPr/>
        </p:nvGrpSpPr>
        <p:grpSpPr>
          <a:xfrm>
            <a:off x="6161314" y="1762905"/>
            <a:ext cx="5824624" cy="4638005"/>
            <a:chOff x="6139849" y="941906"/>
            <a:chExt cx="5824624" cy="384191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2CDA3B-6430-C3B2-1A06-6DC67D766FD7}"/>
                </a:ext>
              </a:extLst>
            </p:cNvPr>
            <p:cNvGrpSpPr/>
            <p:nvPr/>
          </p:nvGrpSpPr>
          <p:grpSpPr>
            <a:xfrm>
              <a:off x="6139849" y="941906"/>
              <a:ext cx="5824624" cy="3188078"/>
              <a:chOff x="6139849" y="941906"/>
              <a:chExt cx="5824624" cy="318807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F5C167-B779-B89E-130E-CD013176F251}"/>
                  </a:ext>
                </a:extLst>
              </p:cNvPr>
              <p:cNvSpPr txBox="1"/>
              <p:nvPr/>
            </p:nvSpPr>
            <p:spPr>
              <a:xfrm>
                <a:off x="6383585" y="3237432"/>
                <a:ext cx="5248432" cy="89255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342900" indent="-342900" algn="ctr">
                  <a:buFont typeface="Calibri"/>
                  <a:buChar char="-"/>
                  <a:defRPr sz="2000">
                    <a:solidFill>
                      <a:srgbClr val="3C3250"/>
                    </a:solidFill>
                  </a:defRPr>
                </a:pPr>
                <a:r>
                  <a:rPr lang="en-US" sz="2000" dirty="0">
                    <a:solidFill>
                      <a:schemeClr val="bg1"/>
                    </a:solidFill>
                    <a:latin typeface="Amasis MT Pro"/>
                    <a:cs typeface="Aldhabi"/>
                  </a:rPr>
                  <a:t>Priyanka Aeron, Founder</a:t>
                </a:r>
                <a:endParaRPr lang="en-US" dirty="0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pPr algn="ctr">
                  <a:defRPr sz="2000">
                    <a:solidFill>
                      <a:srgbClr val="3C3250"/>
                    </a:solidFill>
                  </a:defRPr>
                </a:pPr>
                <a:br>
                  <a:rPr lang="en-US" sz="2000" dirty="0">
                    <a:latin typeface="Amasis MT Pro"/>
                    <a:cs typeface="Aldhabi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masis MT Pro"/>
                    <a:cs typeface="Aldhabi"/>
                  </a:rPr>
                  <a:t>Astrologer, Vastu specialist, Energy Healer, Numerologist and Tarot Reader</a:t>
                </a:r>
                <a:endParaRPr lang="en-US" sz="1200" dirty="0">
                  <a:solidFill>
                    <a:schemeClr val="bg1"/>
                  </a:solidFill>
                  <a:latin typeface="Amasis MT Pro"/>
                  <a:ea typeface="Calibri"/>
                  <a:cs typeface="Aldhabi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B7DAED-398E-7C5A-6AA1-048F4F04FEB9}"/>
                  </a:ext>
                </a:extLst>
              </p:cNvPr>
              <p:cNvSpPr txBox="1"/>
              <p:nvPr/>
            </p:nvSpPr>
            <p:spPr>
              <a:xfrm>
                <a:off x="6624033" y="1193443"/>
                <a:ext cx="4771621" cy="5863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endParaRPr lang="en-US" sz="4000" dirty="0">
                  <a:latin typeface="Amasis MT Pro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277116-9665-510B-AD45-F9AA404086A2}"/>
                  </a:ext>
                </a:extLst>
              </p:cNvPr>
              <p:cNvSpPr txBox="1"/>
              <p:nvPr/>
            </p:nvSpPr>
            <p:spPr>
              <a:xfrm rot="21480000">
                <a:off x="6634861" y="941906"/>
                <a:ext cx="789905" cy="130023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endParaRPr lang="en-US" sz="9600" b="1" dirty="0">
                  <a:solidFill>
                    <a:srgbClr val="FFFFFF"/>
                  </a:solidFill>
                  <a:latin typeface="Magneto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E2F9C44-9888-F7D8-50B5-71F1A8C181D4}"/>
                  </a:ext>
                </a:extLst>
              </p:cNvPr>
              <p:cNvSpPr txBox="1"/>
              <p:nvPr/>
            </p:nvSpPr>
            <p:spPr>
              <a:xfrm>
                <a:off x="6139849" y="1406620"/>
                <a:ext cx="5824624" cy="216706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4400" dirty="0">
                    <a:solidFill>
                      <a:srgbClr val="FFFFFF"/>
                    </a:solidFill>
                    <a:latin typeface="Amasis MT Pro"/>
                  </a:rPr>
                  <a:t>Thanks a lot</a:t>
                </a:r>
                <a:endParaRPr lang="en-US" sz="2000" dirty="0">
                  <a:solidFill>
                    <a:srgbClr val="FFFFFF"/>
                  </a:solidFill>
                  <a:latin typeface="Amasis MT Pro"/>
                </a:endParaRPr>
              </a:p>
              <a:p>
                <a:pPr algn="ctr"/>
                <a:endParaRPr lang="en-US" sz="2000" dirty="0">
                  <a:solidFill>
                    <a:srgbClr val="FFFFFF"/>
                  </a:solidFill>
                  <a:latin typeface="Amasis MT Pro"/>
                </a:endParaRPr>
              </a:p>
              <a:p>
                <a:pPr algn="ctr"/>
                <a:endParaRPr lang="en-US" sz="2000" dirty="0">
                  <a:solidFill>
                    <a:srgbClr val="FFFFFF"/>
                  </a:solidFill>
                  <a:latin typeface="Amasis MT Pro"/>
                </a:endParaRPr>
              </a:p>
              <a:p>
                <a:pPr algn="ctr"/>
                <a:r>
                  <a:rPr lang="en-US" sz="2000" dirty="0">
                    <a:solidFill>
                      <a:srgbClr val="FFFFFF"/>
                    </a:solidFill>
                    <a:latin typeface="Amasis MT Pro"/>
                  </a:rPr>
                  <a:t>For any doubts please contact – 9109118888</a:t>
                </a:r>
              </a:p>
              <a:p>
                <a:pPr algn="ctr"/>
                <a:endParaRPr lang="en-US" sz="2000" dirty="0">
                  <a:solidFill>
                    <a:srgbClr val="FFFFFF"/>
                  </a:solidFill>
                  <a:latin typeface="Amasis MT Pro"/>
                </a:endParaRPr>
              </a:p>
              <a:p>
                <a:pPr algn="ctr"/>
                <a:r>
                  <a:rPr lang="en-US" sz="4000" dirty="0">
                    <a:solidFill>
                      <a:srgbClr val="FFFFFF"/>
                    </a:solidFill>
                    <a:latin typeface="Amasis MT Pro"/>
                  </a:rPr>
                  <a:t>​​</a:t>
                </a:r>
                <a:r>
                  <a:rPr lang="en-US" sz="4000" dirty="0">
                    <a:latin typeface="Amasis MT Pro"/>
                  </a:rPr>
                  <a:t>​</a:t>
                </a:r>
                <a:endParaRPr lang="en-US" sz="4000" dirty="0">
                  <a:ea typeface="Calibri"/>
                  <a:cs typeface="Calibri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20803E-E54D-9118-F383-5CD060F462A9}"/>
                  </a:ext>
                </a:extLst>
              </p:cNvPr>
              <p:cNvSpPr txBox="1"/>
              <p:nvPr/>
            </p:nvSpPr>
            <p:spPr>
              <a:xfrm rot="21480000">
                <a:off x="10927819" y="2326385"/>
                <a:ext cx="789905" cy="130023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endParaRPr lang="en-US" sz="9600" b="1" dirty="0">
                  <a:solidFill>
                    <a:srgbClr val="FFFFFF"/>
                  </a:solidFill>
                  <a:latin typeface="Magneto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8CA644-6230-D819-BF29-EB257AED94A0}"/>
                </a:ext>
              </a:extLst>
            </p:cNvPr>
            <p:cNvSpPr txBox="1"/>
            <p:nvPr/>
          </p:nvSpPr>
          <p:spPr>
            <a:xfrm>
              <a:off x="7883481" y="4383715"/>
              <a:ext cx="2743200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000" dirty="0">
                  <a:solidFill>
                    <a:srgbClr val="FFFFFF"/>
                  </a:solidFill>
                  <a:latin typeface="Amasis MT Pro"/>
                </a:rPr>
                <a:t>www.tathasstu.com</a:t>
              </a:r>
              <a:r>
                <a:rPr lang="en-US" sz="2000" dirty="0">
                  <a:latin typeface="Amasis MT Pro"/>
                </a:rPr>
                <a:t>​</a:t>
              </a:r>
              <a:endParaRPr lang="en-US" dirty="0"/>
            </a:p>
          </p:txBody>
        </p:sp>
      </p:grpSp>
      <p:pic>
        <p:nvPicPr>
          <p:cNvPr id="17" name="Picture 16" descr="A black and white mandala&#10;&#10;AI-generated content may be incorrect.">
            <a:extLst>
              <a:ext uri="{FF2B5EF4-FFF2-40B4-BE49-F238E27FC236}">
                <a16:creationId xmlns:a16="http://schemas.microsoft.com/office/drawing/2014/main" id="{C37CBC0D-5779-2B5C-2F0E-8BA20DE9C7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136" b="-272"/>
          <a:stretch>
            <a:fillRect/>
          </a:stretch>
        </p:blipFill>
        <p:spPr>
          <a:xfrm>
            <a:off x="7056549" y="0"/>
            <a:ext cx="3949521" cy="198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68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47D49E3ADC2945BE2E5999A1BDB723" ma:contentTypeVersion="18" ma:contentTypeDescription="Create a new document." ma:contentTypeScope="" ma:versionID="3d684118ffd7621f693f877522bc3447">
  <xsd:schema xmlns:xsd="http://www.w3.org/2001/XMLSchema" xmlns:xs="http://www.w3.org/2001/XMLSchema" xmlns:p="http://schemas.microsoft.com/office/2006/metadata/properties" xmlns:ns3="0d6c865b-a8ae-4c50-8e53-543cce228359" xmlns:ns4="0520d676-9a0b-4f6d-9ac1-1ef11a82898b" targetNamespace="http://schemas.microsoft.com/office/2006/metadata/properties" ma:root="true" ma:fieldsID="ac6a79477abd237d1dde2089ae79b872" ns3:_="" ns4:_="">
    <xsd:import namespace="0d6c865b-a8ae-4c50-8e53-543cce228359"/>
    <xsd:import namespace="0520d676-9a0b-4f6d-9ac1-1ef11a82898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6c865b-a8ae-4c50-8e53-543cce22835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20d676-9a0b-4f6d-9ac1-1ef11a8289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520d676-9a0b-4f6d-9ac1-1ef11a82898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87E928-2558-459E-AC6F-4BFF17369F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6c865b-a8ae-4c50-8e53-543cce228359"/>
    <ds:schemaRef ds:uri="0520d676-9a0b-4f6d-9ac1-1ef11a8289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C283FF-F324-4881-BE24-852F4D3323B7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0d6c865b-a8ae-4c50-8e53-543cce228359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0520d676-9a0b-4f6d-9ac1-1ef11a82898b"/>
  </ds:schemaRefs>
</ds:datastoreItem>
</file>

<file path=customXml/itemProps3.xml><?xml version="1.0" encoding="utf-8"?>
<ds:datastoreItem xmlns:ds="http://schemas.openxmlformats.org/officeDocument/2006/customXml" ds:itemID="{12A495EC-9B98-43DA-947A-B5A167A708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1671</TotalTime>
  <Words>978</Words>
  <Application>Microsoft Office PowerPoint</Application>
  <PresentationFormat>Widescreen</PresentationFormat>
  <Paragraphs>136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Amasis MT Pro</vt:lpstr>
      <vt:lpstr>Aptos</vt:lpstr>
      <vt:lpstr>Aptos Display</vt:lpstr>
      <vt:lpstr>Arial</vt:lpstr>
      <vt:lpstr>Calibri</vt:lpstr>
      <vt:lpstr>Magneto</vt:lpstr>
      <vt:lpstr>Office Theme</vt:lpstr>
      <vt:lpstr>PowerPoint Presentation</vt:lpstr>
      <vt:lpstr>PowerPoint Presentation</vt:lpstr>
      <vt:lpstr>Profile</vt:lpstr>
      <vt:lpstr>PowerPoint Presentation</vt:lpstr>
      <vt:lpstr>PowerPoint Presentation</vt:lpstr>
      <vt:lpstr>Lagan Kundli</vt:lpstr>
      <vt:lpstr>Kundli prediction</vt:lpstr>
      <vt:lpstr>Prediction</vt:lpstr>
      <vt:lpstr>Prediction to be contd…..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Aeron</dc:creator>
  <cp:lastModifiedBy>Priyanka Aeron</cp:lastModifiedBy>
  <cp:revision>7</cp:revision>
  <dcterms:created xsi:type="dcterms:W3CDTF">2025-09-25T07:18:34Z</dcterms:created>
  <dcterms:modified xsi:type="dcterms:W3CDTF">2026-06-24T09:03:27Z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0x010100C747D49E3ADC2945BE2E5999A1BDB723</vt:lpwstr>
  </property>
</Properties>
</file>